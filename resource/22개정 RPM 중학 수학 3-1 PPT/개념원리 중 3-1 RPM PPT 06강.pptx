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264" r:id="rId3"/>
    <p:sldId id="282" r:id="rId4"/>
    <p:sldId id="290" r:id="rId5"/>
    <p:sldId id="283" r:id="rId6"/>
    <p:sldId id="284" r:id="rId7"/>
    <p:sldId id="291" r:id="rId8"/>
    <p:sldId id="294" r:id="rId9"/>
    <p:sldId id="261" r:id="rId10"/>
    <p:sldId id="281" r:id="rId11"/>
    <p:sldId id="285" r:id="rId12"/>
    <p:sldId id="286" r:id="rId13"/>
    <p:sldId id="287" r:id="rId14"/>
    <p:sldId id="288" r:id="rId15"/>
    <p:sldId id="289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1F26560-E1E5-4B01-416D-30519670A2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718"/>
          <a:stretch/>
        </p:blipFill>
        <p:spPr>
          <a:xfrm>
            <a:off x="23961" y="0"/>
            <a:ext cx="922024" cy="8001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D50ADB9-1AC3-E718-2F5A-BFF3599A1A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4999" y="303857"/>
            <a:ext cx="3305842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7815E2-1F3B-1040-3A85-9EC819F7C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6" y="1217558"/>
            <a:ext cx="9262912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8928C3-6733-C463-ACB1-D3E7BB0CB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35" y="1885193"/>
            <a:ext cx="9275868" cy="30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08229A-3397-4CDC-A290-6ACDB7E2D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60" y="1183265"/>
            <a:ext cx="9243480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F856E9D-C4D3-E9DE-8438-E74FB7A66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21" y="1883953"/>
            <a:ext cx="7170660" cy="446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E8A1AF-7350-0782-7627-958E45E44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45" y="1202515"/>
            <a:ext cx="9269390" cy="5959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E210DC0-1902-EE5D-1F49-016059924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96" y="1905485"/>
            <a:ext cx="6866215" cy="279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A9691-70D1-6428-999A-FC3B75805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135606-FCA3-23D7-B142-B457CF0DD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45" y="1202515"/>
            <a:ext cx="9269390" cy="5959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1A94506-9FEA-06A4-15C0-A5A9A5A58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49" y="1916100"/>
            <a:ext cx="6075952" cy="260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6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11A376-3BDE-51C4-F0CA-39E29170B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85" y="1206127"/>
            <a:ext cx="9243480" cy="6218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C37FC6-0BBC-5C04-5710-1CDB9C93B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65" y="1893152"/>
            <a:ext cx="9366554" cy="319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E2C6BA-70E0-361C-FADE-C960D0F93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60" y="1208131"/>
            <a:ext cx="9243480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70767FC-9604-8A49-84A4-40D5AF16B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87" y="1904814"/>
            <a:ext cx="6943946" cy="37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7566-371C-04DA-B495-6E98C966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061721-F83D-5B72-70AD-FFA7CFD96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6" y="1183465"/>
            <a:ext cx="9262912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1E7A42E-511A-9F5F-730A-C55936361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48" y="1915705"/>
            <a:ext cx="6360965" cy="26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75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055C-F4B3-8BBB-5087-D4A24F14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5BC465-D43E-AF24-9621-B88D054AF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6" y="1183465"/>
            <a:ext cx="9262912" cy="6283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CC0BB07-3AD8-D089-0DE4-1000F3A81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70" y="1915998"/>
            <a:ext cx="7909102" cy="385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82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5A0D10-D341-CAB4-32BF-74185F1C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2" y="814554"/>
            <a:ext cx="5959357" cy="23772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3FD4B7-DD82-28CD-00D5-9B05C404B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469" y="937019"/>
            <a:ext cx="6108341" cy="393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513B92-491D-9807-EDEB-9F5071C5E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22" y="737131"/>
            <a:ext cx="6088908" cy="239669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1DA6C00-8D6F-1178-BBC4-D81529C25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495" y="845922"/>
            <a:ext cx="5810372" cy="341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525E74-F91B-6A76-5854-96C77D900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6"/>
          <a:stretch/>
        </p:blipFill>
        <p:spPr>
          <a:xfrm>
            <a:off x="248244" y="754144"/>
            <a:ext cx="6062997" cy="55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41A675-F91C-D99D-A178-756D337DA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" y="746477"/>
            <a:ext cx="5991744" cy="39513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E2EA50-4898-F8C0-418C-E2D2217DA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229" y="803039"/>
            <a:ext cx="6062997" cy="320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E2AFEC-A4E7-C9A2-2F0A-C2E2F4C54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22" y="812340"/>
            <a:ext cx="6069475" cy="28566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69892F4-2610-6820-43A8-A51E6FFBC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424" y="859475"/>
            <a:ext cx="5713209" cy="286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9E00E4-7B20-46E9-A314-35398AF7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55"/>
          <a:stretch/>
        </p:blipFill>
        <p:spPr>
          <a:xfrm>
            <a:off x="210141" y="754144"/>
            <a:ext cx="6127773" cy="401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3B3987-3745-BE0F-3313-848A6CC295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1"/>
          <a:stretch/>
        </p:blipFill>
        <p:spPr>
          <a:xfrm>
            <a:off x="235007" y="744718"/>
            <a:ext cx="6069475" cy="558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044CDC-10FA-D6F6-055E-45D9DCB3D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19" y="806222"/>
            <a:ext cx="6011177" cy="541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25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700668-FD68-282E-7A06-394ABC330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5" y="763948"/>
            <a:ext cx="6037087" cy="417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85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7DFE11-721A-ED59-44C5-8D7EDEE68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31" y="722501"/>
            <a:ext cx="6037087" cy="509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91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500A2A-E373-0F79-F0FC-CF790F0FA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7"/>
          <a:stretch/>
        </p:blipFill>
        <p:spPr>
          <a:xfrm>
            <a:off x="235404" y="725864"/>
            <a:ext cx="6004699" cy="507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63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656CF8-2327-D952-F71F-13040B161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8" y="744685"/>
            <a:ext cx="6056519" cy="553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5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76C2C1-ACAA-20AE-A3A5-0FF3101A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9" y="708969"/>
            <a:ext cx="6069475" cy="39189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3C1DF1-4522-BB6F-2636-C30A4D56D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672" y="899988"/>
            <a:ext cx="6037087" cy="228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09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CAC249-CECC-F9A0-2C6E-04F074CF8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6" y="721591"/>
            <a:ext cx="5991744" cy="37051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DEF9C4-7665-0E1C-08E5-50EBF8CFC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084" y="878164"/>
            <a:ext cx="6056519" cy="276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00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7BDB34-0F76-2EA9-69E3-CF5AD2273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62"/>
          <a:stretch/>
        </p:blipFill>
        <p:spPr>
          <a:xfrm>
            <a:off x="12769" y="735290"/>
            <a:ext cx="6030610" cy="21164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452145-DA86-8F1A-E64D-26D46427EC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8" t="1246"/>
          <a:stretch/>
        </p:blipFill>
        <p:spPr>
          <a:xfrm>
            <a:off x="6054132" y="537329"/>
            <a:ext cx="5888696" cy="51657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0ED643-B7C2-ACF4-F676-0ABA63E1A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503" y="5685316"/>
            <a:ext cx="5268848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3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B6DFD3-3BFC-DD8E-E5D0-F5154E70E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62" y="771614"/>
            <a:ext cx="6030610" cy="477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48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0D9485C4-F669-480B-A6B1-BE77058BBC9E}"/>
</file>

<file path=customXml/itemProps2.xml><?xml version="1.0" encoding="utf-8"?>
<ds:datastoreItem xmlns:ds="http://schemas.openxmlformats.org/officeDocument/2006/customXml" ds:itemID="{0F3575C3-45C7-469B-9F90-CC909BEE1874}"/>
</file>

<file path=customXml/itemProps3.xml><?xml version="1.0" encoding="utf-8"?>
<ds:datastoreItem xmlns:ds="http://schemas.openxmlformats.org/officeDocument/2006/customXml" ds:itemID="{55E140CC-EB44-4F6B-9034-32F2D8B46A2E}"/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0</Words>
  <Application>Microsoft Office PowerPoint</Application>
  <PresentationFormat>와이드스크린</PresentationFormat>
  <Paragraphs>0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15</cp:revision>
  <dcterms:created xsi:type="dcterms:W3CDTF">2023-06-21T01:18:15Z</dcterms:created>
  <dcterms:modified xsi:type="dcterms:W3CDTF">2025-05-16T07:05:33Z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