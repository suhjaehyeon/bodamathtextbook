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90" r:id="rId3"/>
    <p:sldId id="264" r:id="rId4"/>
    <p:sldId id="291" r:id="rId5"/>
    <p:sldId id="282" r:id="rId6"/>
    <p:sldId id="292" r:id="rId7"/>
    <p:sldId id="283" r:id="rId8"/>
    <p:sldId id="296" r:id="rId9"/>
    <p:sldId id="284" r:id="rId10"/>
    <p:sldId id="261" r:id="rId11"/>
    <p:sldId id="281" r:id="rId12"/>
    <p:sldId id="285" r:id="rId13"/>
    <p:sldId id="286" r:id="rId14"/>
    <p:sldId id="287" r:id="rId15"/>
    <p:sldId id="288" r:id="rId16"/>
    <p:sldId id="289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7319ED-481C-4B64-0441-5F295BFE35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278" b="1"/>
          <a:stretch/>
        </p:blipFill>
        <p:spPr>
          <a:xfrm>
            <a:off x="52158" y="0"/>
            <a:ext cx="865631" cy="787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E69C2A-255F-76E9-BBB1-5A72FB02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6551"/>
          <a:stretch/>
        </p:blipFill>
        <p:spPr>
          <a:xfrm>
            <a:off x="983168" y="283307"/>
            <a:ext cx="3827096" cy="5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6F418E-F1C4-82D9-CAFD-7B5FE6AC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0" y="1190687"/>
            <a:ext cx="9230525" cy="6801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5CF8056-D6E7-2FC3-4A35-1C13E24BE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61" y="1833123"/>
            <a:ext cx="9262912" cy="46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25F4-A867-8B6D-B6DC-C2B5A955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D5E657-8006-0A34-329A-557E2AEBE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0" y="1190687"/>
            <a:ext cx="9230525" cy="6801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489A48A-7181-3A30-D8E3-E2B49766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5" y="1954403"/>
            <a:ext cx="9360076" cy="25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8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938EFB-16EB-4E3B-3723-8FA9F434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2" y="1209937"/>
            <a:ext cx="9243480" cy="615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71BCD4-6511-C5F9-87FE-CCC3AAC3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9" y="1896898"/>
            <a:ext cx="9334166" cy="32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B9FD-5F72-6721-4ED3-1C3E1C0B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61F70D-8B95-BAC0-ACAC-E23BA537B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2" y="1209937"/>
            <a:ext cx="9243480" cy="6153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C6FD395-E043-CC34-8216-AB384FF9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77" y="1898309"/>
            <a:ext cx="9275868" cy="33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1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2F0F9C-DB97-3C8A-FF72-6D6B336E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19364"/>
            <a:ext cx="9243480" cy="615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77707FA-CA7D-54F7-11DF-DBFEBC22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28" y="1910149"/>
            <a:ext cx="6846782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3E44-5A00-078B-0518-6DD089D7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D9958C-D950-4B55-1D97-9310187E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19364"/>
            <a:ext cx="9243480" cy="6153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6A77C50-6A84-6C9F-BE25-E88D7BAA4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71" y="1935945"/>
            <a:ext cx="7041109" cy="244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7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0DB76-5E3E-7CA0-9FAF-A2295269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02515"/>
            <a:ext cx="9243480" cy="595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6674EC-63E7-B4F5-A000-B3BDF206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4" y="1924410"/>
            <a:ext cx="9327688" cy="373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57AE-DC21-07A9-5E12-156854F66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93494-A0CA-D40C-BCD0-2ACF11C4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02515"/>
            <a:ext cx="924348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A15F23F-5BBC-B3F1-9DAD-AF41A4194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03"/>
          <a:stretch/>
        </p:blipFill>
        <p:spPr>
          <a:xfrm>
            <a:off x="388482" y="1932490"/>
            <a:ext cx="8746089" cy="23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9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1CB226-4961-E096-0CEF-B546CCB2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29" y="1217558"/>
            <a:ext cx="9249958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401022B-00A8-A3DB-85DE-6334A18F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29" y="1929290"/>
            <a:ext cx="7876715" cy="19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05B94E-C1F0-9528-7349-2700F6F9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7"/>
          <a:stretch/>
        </p:blipFill>
        <p:spPr>
          <a:xfrm>
            <a:off x="263685" y="772998"/>
            <a:ext cx="6004699" cy="484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E3F21B-D90E-2A82-3BD2-76DA7224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28" t="1013" r="628" b="-1013"/>
          <a:stretch/>
        </p:blipFill>
        <p:spPr>
          <a:xfrm>
            <a:off x="188270" y="747809"/>
            <a:ext cx="6004699" cy="55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F37BE4-6A35-CE18-4626-256F26A3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9"/>
          <a:stretch/>
        </p:blipFill>
        <p:spPr>
          <a:xfrm>
            <a:off x="53891" y="754144"/>
            <a:ext cx="6088908" cy="36066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D7A687-292B-F20B-D522-5D614EF61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7"/>
          <a:stretch/>
        </p:blipFill>
        <p:spPr>
          <a:xfrm>
            <a:off x="6123945" y="1003077"/>
            <a:ext cx="6016721" cy="48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14A8AB-296D-7B90-E019-AE64A6C6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29"/>
          <a:stretch/>
        </p:blipFill>
        <p:spPr>
          <a:xfrm>
            <a:off x="135519" y="897651"/>
            <a:ext cx="5998222" cy="31181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900C63-EA7A-A185-5906-3EF5B20B8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56"/>
          <a:stretch/>
        </p:blipFill>
        <p:spPr>
          <a:xfrm>
            <a:off x="6114887" y="897651"/>
            <a:ext cx="5998222" cy="25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D62FF-F99E-00A0-612E-E5638E1E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8" y="849677"/>
            <a:ext cx="6037087" cy="526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AA41E6-BC6B-C5B9-6A89-B7FCA544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6"/>
          <a:stretch/>
        </p:blipFill>
        <p:spPr>
          <a:xfrm>
            <a:off x="34841" y="725863"/>
            <a:ext cx="6121295" cy="43414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BDF983-5FD7-9E8C-CF99-61B13E381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001" y="1008506"/>
            <a:ext cx="6030610" cy="34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C15056-99A8-D190-4808-89A9401D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88" y="915425"/>
            <a:ext cx="6056519" cy="22218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34D108-5063-AE5E-1CB0-7CE38E3F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" y="746877"/>
            <a:ext cx="6030610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33A88-1091-B62D-27C2-0E9F95EF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2" y="686306"/>
            <a:ext cx="6011177" cy="39254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696355-0FCF-D463-07E8-36CBC2605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658" y="941037"/>
            <a:ext cx="6030610" cy="25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57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15681C-D8A9-FBC2-E338-8E218DBCD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5"/>
          <a:stretch/>
        </p:blipFill>
        <p:spPr>
          <a:xfrm>
            <a:off x="84176" y="735291"/>
            <a:ext cx="6069475" cy="504553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587F74-0E9E-1AC9-BAFC-D8285953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92" y="993460"/>
            <a:ext cx="5991744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2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080C62-3B8F-E23B-D18C-7C74EE8F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7"/>
          <a:stretch/>
        </p:blipFill>
        <p:spPr>
          <a:xfrm>
            <a:off x="23607" y="754144"/>
            <a:ext cx="6108341" cy="35543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E2A026-902B-BB8D-00D1-6DBF10DA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"/>
          <a:stretch/>
        </p:blipFill>
        <p:spPr>
          <a:xfrm>
            <a:off x="6094239" y="957387"/>
            <a:ext cx="5928075" cy="27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7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FF110E-62AF-DE09-109A-90FF7B92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5" y="753008"/>
            <a:ext cx="5972312" cy="535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3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877993-4AA9-1523-83D6-966A94F5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2" y="770109"/>
            <a:ext cx="6030610" cy="34784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B71087-B5BE-ABAA-3370-4E753B7D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21" y="886159"/>
            <a:ext cx="5991744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8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34A422-39ED-7B16-7DBB-58763C8B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7" y="777282"/>
            <a:ext cx="6069475" cy="53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85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B833C9-7739-6571-FD20-06FCCEECE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4"/>
          <a:stretch/>
        </p:blipFill>
        <p:spPr>
          <a:xfrm>
            <a:off x="195295" y="735290"/>
            <a:ext cx="6088908" cy="51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63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1C9524-EBC8-721A-4054-7EE9C443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1" y="765508"/>
            <a:ext cx="6062997" cy="51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38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E7CEEB-50B7-A57E-237F-745EDDE5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18" y="715247"/>
            <a:ext cx="5965834" cy="56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09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AD394D-BE96-7359-8308-4C18AE6B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6" y="705355"/>
            <a:ext cx="5991744" cy="38930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1B8DAF-4FF3-7990-E009-138E71AB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22" y="830980"/>
            <a:ext cx="4741575" cy="215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53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93F525-ACD5-6E24-1246-3491F382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3"/>
          <a:stretch/>
        </p:blipFill>
        <p:spPr>
          <a:xfrm>
            <a:off x="-861" y="744718"/>
            <a:ext cx="6101863" cy="36226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05AC1E-1365-CF73-B662-E45E66B2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3"/>
          <a:stretch/>
        </p:blipFill>
        <p:spPr>
          <a:xfrm>
            <a:off x="6108567" y="959313"/>
            <a:ext cx="5960584" cy="31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88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882464-9E45-AD84-B9A5-99F4917F3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2"/>
          <a:stretch/>
        </p:blipFill>
        <p:spPr>
          <a:xfrm>
            <a:off x="216352" y="763571"/>
            <a:ext cx="6037087" cy="54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88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4C497D-3C0B-81DC-5EA8-13897571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6" y="764494"/>
            <a:ext cx="6004699" cy="34719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E7DC32-5AFD-8885-3A71-09336F23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30" y="907211"/>
            <a:ext cx="5933446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58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836E4D-7E79-87AE-0018-851D91DC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8"/>
          <a:stretch/>
        </p:blipFill>
        <p:spPr>
          <a:xfrm>
            <a:off x="71333" y="725864"/>
            <a:ext cx="6011177" cy="36053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F42FBC4-29A8-EBDF-AFD5-28A5D2EA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229" y="974729"/>
            <a:ext cx="6056519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0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02D3145E-4278-4351-9E68-49071A7D456F}"/>
</file>

<file path=customXml/itemProps2.xml><?xml version="1.0" encoding="utf-8"?>
<ds:datastoreItem xmlns:ds="http://schemas.openxmlformats.org/officeDocument/2006/customXml" ds:itemID="{501A61E5-44C9-4F77-91D5-649C130858BD}"/>
</file>

<file path=customXml/itemProps3.xml><?xml version="1.0" encoding="utf-8"?>
<ds:datastoreItem xmlns:ds="http://schemas.openxmlformats.org/officeDocument/2006/customXml" ds:itemID="{4202B828-42C3-4E17-A02A-ACD3F7FE1B97}"/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0</Words>
  <Application>Microsoft Office PowerPoint</Application>
  <PresentationFormat>와이드스크린</PresentationFormat>
  <Paragraphs>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17</cp:revision>
  <dcterms:created xsi:type="dcterms:W3CDTF">2023-06-21T01:18:15Z</dcterms:created>
  <dcterms:modified xsi:type="dcterms:W3CDTF">2025-05-20T01:00:29Z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