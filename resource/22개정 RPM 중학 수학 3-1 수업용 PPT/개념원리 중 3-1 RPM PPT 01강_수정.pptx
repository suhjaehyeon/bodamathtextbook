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8" r:id="rId2"/>
    <p:sldId id="264" r:id="rId3"/>
    <p:sldId id="282" r:id="rId4"/>
    <p:sldId id="283" r:id="rId5"/>
    <p:sldId id="290" r:id="rId6"/>
    <p:sldId id="284" r:id="rId7"/>
    <p:sldId id="297" r:id="rId8"/>
    <p:sldId id="261" r:id="rId9"/>
    <p:sldId id="298" r:id="rId10"/>
    <p:sldId id="281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64252B1-BB9A-4740-AC75-1F2FBF692F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7839" r="74258"/>
          <a:stretch/>
        </p:blipFill>
        <p:spPr>
          <a:xfrm>
            <a:off x="1" y="0"/>
            <a:ext cx="969945" cy="8108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C68AC4B-B159-C7A0-95C4-C095E0D9E3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9946" y="303857"/>
            <a:ext cx="3436918" cy="4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5CD29B-A60C-6E71-6572-D1A81C2C7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58" y="994442"/>
            <a:ext cx="9308256" cy="6930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E8E4F65-AE7B-0F7A-AFC8-AF9759BCE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56" y="1768481"/>
            <a:ext cx="8362991" cy="465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160256-2CBF-8495-13AD-FECA79E47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42" y="1079966"/>
            <a:ext cx="9275868" cy="5959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31B3DC-BED1-6B88-94C3-B2631FE19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34" y="1747899"/>
            <a:ext cx="9301778" cy="359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26F106C-BD18-575C-3B21-4B57A2C5A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4" y="1803667"/>
            <a:ext cx="9327688" cy="37245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B9B8334-2383-B932-4F76-BB0456A9A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42" y="1079966"/>
            <a:ext cx="9275868" cy="59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4DB856F-3D71-2183-12D9-9E6BE8360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6" y="1098822"/>
            <a:ext cx="9217570" cy="5959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E9A06D1-E59E-D1A2-821B-4B2381F1B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73" y="1817311"/>
            <a:ext cx="8045131" cy="272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50D52-24D0-264B-C95B-44B44FF4A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B5D02E-A087-DA19-83EE-F930C5D2E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36" y="1098822"/>
            <a:ext cx="9217570" cy="59593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17612EC-E5D8-2A7F-BFB9-0AE05E916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28" y="1738696"/>
            <a:ext cx="9340643" cy="386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012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6064-7A9D-8322-92E2-319FFFA6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0550DB2-7289-BB14-0122-F795E1C55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34" y="1051292"/>
            <a:ext cx="9314734" cy="6607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DE9536F-5EC2-9692-9039-DB8DF5EB9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31" y="1820194"/>
            <a:ext cx="4145640" cy="316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047F6-3988-16C3-898F-C634A39A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5142694-81F4-0E16-CF94-94A0ADAC3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34" y="1051292"/>
            <a:ext cx="9314734" cy="6607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B70E3C4-9B4E-B4CF-1FDC-B602F30CC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50" y="1830639"/>
            <a:ext cx="6464606" cy="239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77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9CFF4DC-43BC-4240-CA4F-B2EF98FF9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18" y="747810"/>
            <a:ext cx="6024132" cy="558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067B2-BF3A-2D80-85B7-BA3C18179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D35141-5EDD-0E7E-0656-09E9189210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99"/>
          <a:stretch/>
        </p:blipFill>
        <p:spPr>
          <a:xfrm>
            <a:off x="305415" y="707008"/>
            <a:ext cx="5933446" cy="315823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FCD6FC9-2152-54C9-3CC7-13D8D7EC4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443" y="1018095"/>
            <a:ext cx="4508383" cy="341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807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7607D27-7D48-2BF1-8653-1A0F0150D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72" y="810117"/>
            <a:ext cx="6101863" cy="464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1FD82-BF89-6D10-ED8B-2EEA99F2E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F13AF5-0A4E-7BA5-C4D0-9114A6610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2" y="714857"/>
            <a:ext cx="6140728" cy="480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42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9FE29-6AF2-010C-F223-FAACE7D1E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4A4A1B-13F1-32A4-695B-9B80A7A56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90" y="765930"/>
            <a:ext cx="5978790" cy="385414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F3DCC41-2AB8-529D-155C-42DFB7882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351" y="860198"/>
            <a:ext cx="6037087" cy="244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40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F8D65-F90A-0102-62AF-5104BD58E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C8DC7F1-F435-5B31-E41A-BA2E040423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2"/>
          <a:stretch/>
        </p:blipFill>
        <p:spPr>
          <a:xfrm>
            <a:off x="258067" y="716436"/>
            <a:ext cx="5998222" cy="555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95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331B7-1D28-F08A-49C0-BC3225E3F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49F5CD-4ED1-F46C-36DE-12B05F197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42" y="767413"/>
            <a:ext cx="6088908" cy="570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089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30EC8-4AC2-E2B9-833C-3CC432A9D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6AEE49-BB6A-3FD0-842B-3BEA7D485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28" y="702461"/>
            <a:ext cx="6056519" cy="529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579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24A77-62E8-9502-6B1C-4D0BD79C9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2C14083-839A-982F-EE13-A25C8730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54" y="720601"/>
            <a:ext cx="5972312" cy="386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21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64883-1027-52CD-5B16-3CAD37D8B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0857FA-C918-8468-7C54-97E1870108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9"/>
          <a:stretch/>
        </p:blipFill>
        <p:spPr>
          <a:xfrm>
            <a:off x="195099" y="725861"/>
            <a:ext cx="6121295" cy="491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130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42050-9009-FB7D-7D8F-B1C79656F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8842F39-AA06-B0C3-5599-65FB066B8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1" y="724679"/>
            <a:ext cx="6037087" cy="47415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571C583-AE1A-94AF-310F-D08C77DC0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784" y="1065588"/>
            <a:ext cx="6056519" cy="140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18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3F872-82C3-81D0-A324-D8CA66AF6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A65D36-F886-1115-5777-435DFDD9B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3" y="715300"/>
            <a:ext cx="6069475" cy="53504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359E788-B619-3CCD-3BEC-F5764AE3E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639" y="889796"/>
            <a:ext cx="6056519" cy="25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4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4E01-ED6D-3750-8F41-2199C9EC8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3D00F5-7166-630E-6AC1-ED53B4D07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5" y="751107"/>
            <a:ext cx="5978790" cy="411972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2A3DB84-CDCB-21B3-0A4E-87B3C3F74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07669"/>
            <a:ext cx="6004699" cy="240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462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89B2E-B600-CB1A-E455-1949FB8C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5E4C38-0627-9B2A-ACCA-06A339625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10" y="717525"/>
            <a:ext cx="5978790" cy="560309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5E58792-EFC1-F602-2CE6-D69C9F381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281" y="858644"/>
            <a:ext cx="5266257" cy="194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465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8A6BA-C1DA-B7F2-AAA7-D98BCAC6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A80F57-3455-D3DA-E54E-92D16CEE5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9" y="712760"/>
            <a:ext cx="6030610" cy="360800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BAE2A79-755F-BE59-CACB-97EAE7690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340" y="929578"/>
            <a:ext cx="5745597" cy="224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582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60798-37AB-7236-CAAF-4811D0D3C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9803FB0-A6ED-0704-DAD8-9A3A76716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4" y="779733"/>
            <a:ext cx="6037087" cy="55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58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D8055-C58C-3935-2768-72B28DE0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C7D45D-0416-4F63-2674-65F42590F5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3"/>
          <a:stretch/>
        </p:blipFill>
        <p:spPr>
          <a:xfrm>
            <a:off x="220359" y="754143"/>
            <a:ext cx="5998222" cy="517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66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E4F8-D5E7-7177-DA0C-BCAAEE3C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2B5CEF-25B0-4C3D-2AB9-AF65044FD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6" y="728146"/>
            <a:ext cx="6069475" cy="538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45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C1399110-4C0F-4E58-A8F8-8ADD0243B74C}"/>
</file>

<file path=customXml/itemProps2.xml><?xml version="1.0" encoding="utf-8"?>
<ds:datastoreItem xmlns:ds="http://schemas.openxmlformats.org/officeDocument/2006/customXml" ds:itemID="{D3F78924-6C41-4A42-A50A-6D03C57A579F}"/>
</file>

<file path=customXml/itemProps3.xml><?xml version="1.0" encoding="utf-8"?>
<ds:datastoreItem xmlns:ds="http://schemas.openxmlformats.org/officeDocument/2006/customXml" ds:itemID="{C08CB7F2-46BC-40AC-8A65-28773F06A435}"/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0</Words>
  <Application>Microsoft Office PowerPoint</Application>
  <PresentationFormat>와이드스크린</PresentationFormat>
  <Paragraphs>0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16</cp:revision>
  <dcterms:created xsi:type="dcterms:W3CDTF">2023-06-21T01:18:15Z</dcterms:created>
  <dcterms:modified xsi:type="dcterms:W3CDTF">2025-05-20T00:17:58Z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