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8" r:id="rId2"/>
    <p:sldId id="290" r:id="rId3"/>
    <p:sldId id="264" r:id="rId4"/>
    <p:sldId id="291" r:id="rId5"/>
    <p:sldId id="282" r:id="rId6"/>
    <p:sldId id="292" r:id="rId7"/>
    <p:sldId id="283" r:id="rId8"/>
    <p:sldId id="296" r:id="rId9"/>
    <p:sldId id="284" r:id="rId10"/>
    <p:sldId id="261" r:id="rId11"/>
    <p:sldId id="281" r:id="rId12"/>
    <p:sldId id="285" r:id="rId13"/>
    <p:sldId id="286" r:id="rId14"/>
    <p:sldId id="287" r:id="rId15"/>
    <p:sldId id="288" r:id="rId16"/>
    <p:sldId id="289" r:id="rId17"/>
    <p:sldId id="297" r:id="rId18"/>
    <p:sldId id="298" r:id="rId19"/>
    <p:sldId id="299" r:id="rId20"/>
    <p:sldId id="300" r:id="rId21"/>
    <p:sldId id="301" r:id="rId22"/>
    <p:sldId id="302" r:id="rId23"/>
    <p:sldId id="303" r:id="rId24"/>
    <p:sldId id="304" r:id="rId25"/>
    <p:sldId id="305" r:id="rId26"/>
    <p:sldId id="306" r:id="rId27"/>
    <p:sldId id="307" r:id="rId28"/>
    <p:sldId id="308" r:id="rId29"/>
    <p:sldId id="309" r:id="rId30"/>
    <p:sldId id="310" r:id="rId3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D3D2"/>
    <a:srgbClr val="BEE7FB"/>
    <a:srgbClr val="FFEBBB"/>
    <a:srgbClr val="A1D06E"/>
    <a:srgbClr val="ADBF82"/>
    <a:srgbClr val="B6A9D2"/>
    <a:srgbClr val="FFFFFF"/>
    <a:srgbClr val="0254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0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6" y="294"/>
      </p:cViewPr>
      <p:guideLst/>
    </p:cSldViewPr>
  </p:slideViewPr>
  <p:notesTextViewPr>
    <p:cViewPr>
      <p:scale>
        <a:sx n="3" d="2"/>
        <a:sy n="3" d="2"/>
      </p:scale>
      <p:origin x="0" y="-5"/>
    </p:cViewPr>
  </p:notesTextViewPr>
  <p:notesViewPr>
    <p:cSldViewPr snapToGrid="0">
      <p:cViewPr varScale="1">
        <p:scale>
          <a:sx n="87" d="100"/>
          <a:sy n="87" d="100"/>
        </p:scale>
        <p:origin x="306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3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8DBB06-AE4E-4156-BDA8-B1077C81DC06}" type="datetimeFigureOut">
              <a:rPr lang="ko-KR" altLang="en-US" smtClean="0"/>
              <a:t>2025-05-20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9699E1-ED83-48A2-831C-01FFF56F20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078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날짜 개체 틀 2">
            <a:extLst>
              <a:ext uri="{FF2B5EF4-FFF2-40B4-BE49-F238E27FC236}">
                <a16:creationId xmlns:a16="http://schemas.microsoft.com/office/drawing/2014/main" id="{B9C56D7A-BE07-4B59-85E0-F40729E1EC8B}"/>
              </a:ext>
            </a:extLst>
          </p:cNvPr>
          <p:cNvSpPr txBox="1">
            <a:spLocks/>
          </p:cNvSpPr>
          <p:nvPr userDrawn="1"/>
        </p:nvSpPr>
        <p:spPr>
          <a:xfrm>
            <a:off x="98367" y="63979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b="1" kern="1200">
                <a:solidFill>
                  <a:srgbClr val="0254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/>
              <a:t>RPM</a:t>
            </a:r>
            <a:r>
              <a:rPr lang="ko-KR" altLang="en-US" dirty="0"/>
              <a:t> 중학 수학 </a:t>
            </a:r>
            <a:r>
              <a:rPr lang="en-US" altLang="ko-KR" dirty="0"/>
              <a:t>3-1 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1AF93E0-6225-4664-B06F-87179220BD70}"/>
              </a:ext>
            </a:extLst>
          </p:cNvPr>
          <p:cNvSpPr/>
          <p:nvPr userDrawn="1"/>
        </p:nvSpPr>
        <p:spPr>
          <a:xfrm>
            <a:off x="0" y="-1"/>
            <a:ext cx="12191999" cy="814108"/>
          </a:xfrm>
          <a:prstGeom prst="rect">
            <a:avLst/>
          </a:prstGeom>
          <a:solidFill>
            <a:srgbClr val="FFE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7" name="그림 6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2A7319ED-481C-4B64-0441-5F295BFE351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6278" b="1"/>
          <a:stretch/>
        </p:blipFill>
        <p:spPr>
          <a:xfrm>
            <a:off x="52158" y="0"/>
            <a:ext cx="865631" cy="7875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8E69C2A-255F-76E9-BBB1-5A72FB02C42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b="6551"/>
          <a:stretch/>
        </p:blipFill>
        <p:spPr>
          <a:xfrm>
            <a:off x="983168" y="283307"/>
            <a:ext cx="3827096" cy="504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1397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C3653F53-2C04-4730-A2A7-CCAF1089CD60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FE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7" name="그림 6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sp>
        <p:nvSpPr>
          <p:cNvPr id="6" name="날짜 개체 틀 2">
            <a:extLst>
              <a:ext uri="{FF2B5EF4-FFF2-40B4-BE49-F238E27FC236}">
                <a16:creationId xmlns:a16="http://schemas.microsoft.com/office/drawing/2014/main" id="{09529BA0-7FED-4965-A198-6D1C177090EE}"/>
              </a:ext>
            </a:extLst>
          </p:cNvPr>
          <p:cNvSpPr txBox="1">
            <a:spLocks/>
          </p:cNvSpPr>
          <p:nvPr userDrawn="1"/>
        </p:nvSpPr>
        <p:spPr>
          <a:xfrm>
            <a:off x="98367" y="63979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b="1" kern="1200">
                <a:solidFill>
                  <a:srgbClr val="0254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/>
              <a:t>RPM</a:t>
            </a:r>
            <a:r>
              <a:rPr lang="ko-KR" altLang="en-US" dirty="0"/>
              <a:t> 중학 수학 </a:t>
            </a:r>
            <a:r>
              <a:rPr lang="en-US" altLang="ko-KR" dirty="0"/>
              <a:t>2-2 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24D0AFA-5BCF-4FF6-AB6D-E1D19BF62B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306" t="6212" r="24642" b="40359"/>
          <a:stretch/>
        </p:blipFill>
        <p:spPr>
          <a:xfrm>
            <a:off x="122550" y="-1603"/>
            <a:ext cx="1945064" cy="72381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155421F-4B0D-4FFE-8B18-2B0BAB1FBE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470" t="59444" r="6889" b="6077"/>
          <a:stretch/>
        </p:blipFill>
        <p:spPr>
          <a:xfrm>
            <a:off x="2020478" y="176761"/>
            <a:ext cx="2903455" cy="471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693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6DEDC93-C09D-4EA9-AAA8-1273F11E9802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BEE7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7" name="그림 6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sp>
        <p:nvSpPr>
          <p:cNvPr id="5" name="날짜 개체 틀 2">
            <a:extLst>
              <a:ext uri="{FF2B5EF4-FFF2-40B4-BE49-F238E27FC236}">
                <a16:creationId xmlns:a16="http://schemas.microsoft.com/office/drawing/2014/main" id="{9AC3CCAC-7C99-412A-BD07-9DAFE6BC7E7D}"/>
              </a:ext>
            </a:extLst>
          </p:cNvPr>
          <p:cNvSpPr txBox="1">
            <a:spLocks/>
          </p:cNvSpPr>
          <p:nvPr userDrawn="1"/>
        </p:nvSpPr>
        <p:spPr>
          <a:xfrm>
            <a:off x="98367" y="63979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b="1" kern="1200">
                <a:solidFill>
                  <a:srgbClr val="0254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/>
              <a:t>RPM</a:t>
            </a:r>
            <a:r>
              <a:rPr lang="ko-KR" altLang="en-US" dirty="0"/>
              <a:t> 중학 수학 </a:t>
            </a:r>
            <a:r>
              <a:rPr lang="en-US" altLang="ko-KR" dirty="0"/>
              <a:t>3-1 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3E6983B-DA29-44CB-9636-A0B50D6ECE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3847" t="61280" r="30387"/>
          <a:stretch/>
        </p:blipFill>
        <p:spPr>
          <a:xfrm>
            <a:off x="2073894" y="169682"/>
            <a:ext cx="1838226" cy="60309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2AFF027-F5CC-41A2-B724-20BE87315A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3847" t="16547" r="35156" b="36851"/>
          <a:stretch/>
        </p:blipFill>
        <p:spPr>
          <a:xfrm>
            <a:off x="405348" y="-1"/>
            <a:ext cx="1593130" cy="725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550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sp>
        <p:nvSpPr>
          <p:cNvPr id="5" name="날짜 개체 틀 2">
            <a:extLst>
              <a:ext uri="{FF2B5EF4-FFF2-40B4-BE49-F238E27FC236}">
                <a16:creationId xmlns:a16="http://schemas.microsoft.com/office/drawing/2014/main" id="{E4D0E127-7567-4149-AC6B-F459D67813FB}"/>
              </a:ext>
            </a:extLst>
          </p:cNvPr>
          <p:cNvSpPr txBox="1">
            <a:spLocks/>
          </p:cNvSpPr>
          <p:nvPr userDrawn="1"/>
        </p:nvSpPr>
        <p:spPr>
          <a:xfrm>
            <a:off x="98367" y="63979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b="1" kern="1200">
                <a:solidFill>
                  <a:srgbClr val="0254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/>
              <a:t>RPM</a:t>
            </a:r>
            <a:r>
              <a:rPr lang="ko-KR" altLang="en-US" dirty="0"/>
              <a:t> 중학 수학 </a:t>
            </a:r>
            <a:r>
              <a:rPr lang="en-US" altLang="ko-KR" dirty="0"/>
              <a:t>2-2 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71C38D3-5FDC-479C-A73E-7C985C7400E0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0F164A3-205F-4209-8279-09F331782E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BD76E58-513A-47D1-BC01-9A70078C50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866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C87C66E7-C59D-4454-A7FF-C1F0E6644E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6239BB56-0824-4F0E-831F-04E54F9B0FE1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98E308D-5A3B-4A58-9F51-F706C2F9C8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EDB63F8-5EB3-41FE-8218-B32183BF87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BA2FD75-6BA0-4FD5-A770-69B482BBED1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5981" y="1016620"/>
            <a:ext cx="1913840" cy="51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915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3592432F-E618-4E82-976A-E5B20E8FC0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E4ED62D2-AC4C-4E3E-9AA3-B78F632C004E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C06097C-34A5-4AB6-8B17-84E6CE96F4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5A868D0-1AAC-4009-85D5-E8D4512D5A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5066918-1CE5-45B1-ABFA-EBB64D3EB27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019" y="1030611"/>
            <a:ext cx="1880497" cy="53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24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41CBF46-BDDC-4A76-986E-B1A431C6E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C794A7-6FDD-434E-A096-61A41F4A2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DBA1F4-3B29-485A-AEA8-886BA8E658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6014BE-82FA-4DA9-9A16-CD555D703388}" type="datetimeFigureOut">
              <a:rPr lang="ko-KR" altLang="en-US" smtClean="0"/>
              <a:t>2025-05-20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2D19B2-444D-4891-95D8-A2A51421AF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281698-4351-4BDC-A25B-6C95298ACC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1026F-C74F-4368-82D2-7786AAE4A5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4157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56F418E-F1C4-82D9-CAFD-7B5FE6ACE8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780" y="1190687"/>
            <a:ext cx="9230525" cy="68014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5CF8056-D6E7-2FC3-4A35-1C13E24BEE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861" y="1833123"/>
            <a:ext cx="9262912" cy="4612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675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525F4-A867-8B6D-B6DC-C2B5A9550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CD5E657-8006-0A34-329A-557E2AEBE2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780" y="1190687"/>
            <a:ext cx="9230525" cy="680144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8489A48A-7181-3A30-D8E3-E2B4976683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975" y="1954403"/>
            <a:ext cx="9360076" cy="2506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281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019D5-3CAA-D746-BA06-507B649C2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A938EFB-16EB-4E3B-3723-8FA9F4349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32" y="1209937"/>
            <a:ext cx="9243480" cy="61536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871BCD4-6511-C5F9-87FE-CCC3AAC3B6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789" y="1896898"/>
            <a:ext cx="9334166" cy="3277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672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EB9FD-5F72-6721-4ED3-1C3E1C0BB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C61F70D-8B95-BAC0-ACAC-E23BA537B2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32" y="1209937"/>
            <a:ext cx="9243480" cy="61536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CC6FD395-E043-CC34-8216-AB384FF96B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377" y="1898309"/>
            <a:ext cx="9275868" cy="3355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412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085C8-6F76-8742-E51A-281242CAE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02F0F9C-DB97-3C8A-FF72-6D6B336ED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33" y="1219364"/>
            <a:ext cx="9243480" cy="61536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77707FA-CA7D-54F7-11DF-DBFEBC22B6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228" y="1910149"/>
            <a:ext cx="6846782" cy="240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013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53E44-5A00-078B-0518-6DD089D7F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7D9958C-D950-4B55-1D97-9310187EB9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33" y="1219364"/>
            <a:ext cx="9243480" cy="61536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6A77C50-6A84-6C9F-BE25-E88D7BAA4D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471" y="1935945"/>
            <a:ext cx="7041109" cy="2442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977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97694-C991-FB0D-BE3B-EBA3D6390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7C0DB76-5E3E-7CA0-9FAF-A22952692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33" y="1202515"/>
            <a:ext cx="9243480" cy="59593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26674EC-63E7-B4F5-A000-B3BDF20663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854" y="1924410"/>
            <a:ext cx="9327688" cy="373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360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257AE-DC21-07A9-5E12-156854F66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1C93494-A0CA-D40C-BCD0-2ACF11C46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33" y="1202515"/>
            <a:ext cx="9243480" cy="595936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8A15F23F-5BBC-B3F1-9DAD-AF41A41945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103"/>
          <a:stretch/>
        </p:blipFill>
        <p:spPr>
          <a:xfrm>
            <a:off x="388482" y="1932490"/>
            <a:ext cx="8746089" cy="2358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3972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26064-7A9D-8322-92E2-319FFFA6A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E1CB226-4961-E096-0CEF-B546CCB21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629" y="1217558"/>
            <a:ext cx="9249958" cy="60241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401022B-00A8-A3DB-85DE-6334A18F84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629" y="1929290"/>
            <a:ext cx="7876715" cy="1988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5567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105B94E-C1F0-9528-7349-2700F6F936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67"/>
          <a:stretch/>
        </p:blipFill>
        <p:spPr>
          <a:xfrm>
            <a:off x="263685" y="772998"/>
            <a:ext cx="6004699" cy="4848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2011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E2982-33F2-8D31-1DA9-FA1061C0E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EE3F21B-D90E-2A82-3BD2-76DA7224D3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628" t="1013" r="628" b="-1013"/>
          <a:stretch/>
        </p:blipFill>
        <p:spPr>
          <a:xfrm>
            <a:off x="188270" y="747809"/>
            <a:ext cx="6004699" cy="5583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9321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E82B4-9CCE-C811-E355-16EBB7A66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2F37BE4-6A35-CE18-4626-256F26A3EB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59"/>
          <a:stretch/>
        </p:blipFill>
        <p:spPr>
          <a:xfrm>
            <a:off x="53891" y="754144"/>
            <a:ext cx="6088908" cy="360662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1D7A687-292B-F20B-D522-5D614EF617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7"/>
          <a:stretch/>
        </p:blipFill>
        <p:spPr>
          <a:xfrm>
            <a:off x="6123945" y="1003077"/>
            <a:ext cx="6016721" cy="484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6650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66D1-B57D-7481-38B9-F45620D21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A14A8AB-296D-7B90-E019-AE64A6C607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5729"/>
          <a:stretch/>
        </p:blipFill>
        <p:spPr>
          <a:xfrm>
            <a:off x="135519" y="897651"/>
            <a:ext cx="5998222" cy="311816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86900C63-EA7A-A185-5906-3EF5B20B8B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5656"/>
          <a:stretch/>
        </p:blipFill>
        <p:spPr>
          <a:xfrm>
            <a:off x="6114887" y="897651"/>
            <a:ext cx="5998222" cy="2547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982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CD29B-FE75-677E-C7B6-D1BCBC58B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8ED62FF-F99E-00A0-612E-E5638E1E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98" y="849677"/>
            <a:ext cx="6037087" cy="526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2527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9EE26-646D-B2A3-43DF-A144DEF09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EAA41E6-BC6B-C5B9-6A89-B7FCA544A5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46"/>
          <a:stretch/>
        </p:blipFill>
        <p:spPr>
          <a:xfrm>
            <a:off x="34841" y="725863"/>
            <a:ext cx="6121295" cy="434146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1BDF983-5FD7-9E8C-CF99-61B13E3814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9001" y="1008506"/>
            <a:ext cx="6030610" cy="3465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7767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ABC6B-DA33-C52D-86B4-D4DDA80E0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BC15056-99A8-D190-4808-89A9401D2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1088" y="915425"/>
            <a:ext cx="6056519" cy="222180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E34D108-5063-AE5E-1CB0-7CE38E3F3C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8" y="746877"/>
            <a:ext cx="6030610" cy="3886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9392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1C33A88-1091-B62D-27C2-0E9F95EF2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2" y="686306"/>
            <a:ext cx="6011177" cy="392540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F696355-0FCF-D463-07E8-36CBC2605E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3658" y="941037"/>
            <a:ext cx="6030610" cy="2506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4578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C15681C-D8A9-FBC2-E338-8E218DBCD9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45"/>
          <a:stretch/>
        </p:blipFill>
        <p:spPr>
          <a:xfrm>
            <a:off x="84176" y="735291"/>
            <a:ext cx="6069475" cy="504553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3587F74-0E9E-1AC9-BAFC-D8285953FE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1692" y="993460"/>
            <a:ext cx="5991744" cy="240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7218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9080C62-3B8F-E23B-D18C-7C74EE8F37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37"/>
          <a:stretch/>
        </p:blipFill>
        <p:spPr>
          <a:xfrm>
            <a:off x="23607" y="754144"/>
            <a:ext cx="6108341" cy="355433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CE2A026-902B-BB8D-00D1-6DBF10DA0F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94"/>
          <a:stretch/>
        </p:blipFill>
        <p:spPr>
          <a:xfrm>
            <a:off x="6094239" y="957387"/>
            <a:ext cx="5928075" cy="2759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3876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EFF110E-62AF-DE09-109A-90FF7B929A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735" y="753008"/>
            <a:ext cx="5972312" cy="5350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8383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8877993-4AA9-1523-83D6-966A94F515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92" y="770109"/>
            <a:ext cx="6030610" cy="347845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6B71087-B5BE-ABAA-3370-4E753B7DEA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8221" y="886159"/>
            <a:ext cx="5991744" cy="234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7862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834A422-39ED-7B16-7DBB-58763C8BB4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07" y="777282"/>
            <a:ext cx="6069475" cy="5389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2859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6B833C9-7739-6571-FD20-06FCCEECED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24"/>
          <a:stretch/>
        </p:blipFill>
        <p:spPr>
          <a:xfrm>
            <a:off x="195295" y="735290"/>
            <a:ext cx="6088908" cy="5100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7630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91C9524-EBC8-721A-4054-7EE9C44318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11" y="765508"/>
            <a:ext cx="6062997" cy="5195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4389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3E7CEEB-50B7-A57E-237F-745EDDE56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18" y="715247"/>
            <a:ext cx="5965834" cy="5616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8093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2AD394D-BE96-7359-8308-4C18AE6BA4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696" y="705355"/>
            <a:ext cx="5991744" cy="389301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61B8DAF-4FF3-7990-E009-138E71AB22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1122" y="830980"/>
            <a:ext cx="4741575" cy="2157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4532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993F525-ACD5-6E24-1246-3491F382A8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243"/>
          <a:stretch/>
        </p:blipFill>
        <p:spPr>
          <a:xfrm>
            <a:off x="-861" y="744718"/>
            <a:ext cx="6101863" cy="362262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505AC1E-1365-CF73-B662-E45E66B240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73"/>
          <a:stretch/>
        </p:blipFill>
        <p:spPr>
          <a:xfrm>
            <a:off x="6108567" y="959313"/>
            <a:ext cx="5960584" cy="3193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0883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8882464-9E45-AD84-B9A5-99F4917F39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32"/>
          <a:stretch/>
        </p:blipFill>
        <p:spPr>
          <a:xfrm>
            <a:off x="216352" y="763571"/>
            <a:ext cx="6037087" cy="545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9888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A4C497D-3C0B-81DC-5EA8-13897571C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26" y="764494"/>
            <a:ext cx="6004699" cy="347197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1E7DC32-5AFD-8885-3A71-09336F239B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5430" y="907211"/>
            <a:ext cx="5933446" cy="2331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5583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7836E4D-7E79-87AE-0018-851D91DCD0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08"/>
          <a:stretch/>
        </p:blipFill>
        <p:spPr>
          <a:xfrm>
            <a:off x="71333" y="725864"/>
            <a:ext cx="6011177" cy="360538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F42FBC4-29A8-EBDF-AFD5-28A5D2EA3D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4229" y="974729"/>
            <a:ext cx="6056519" cy="3931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2066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A89945E5E8007144A2F47A7AC84A6EF2" ma:contentTypeVersion="16" ma:contentTypeDescription="새 문서를 만듭니다." ma:contentTypeScope="" ma:versionID="ea93438e1c61af80dab6fd560f3e28df">
  <xsd:schema xmlns:xsd="http://www.w3.org/2001/XMLSchema" xmlns:xs="http://www.w3.org/2001/XMLSchema" xmlns:p="http://schemas.microsoft.com/office/2006/metadata/properties" xmlns:ns2="0fe316e7-7f42-4b71-ad39-2894d480b050" xmlns:ns3="6cdfeaa2-54f2-460f-8d8b-ea5b8cb9f927" targetNamespace="http://schemas.microsoft.com/office/2006/metadata/properties" ma:root="true" ma:fieldsID="35ee5a466098b379d961bfb8bbbe4284" ns2:_="" ns3:_="">
    <xsd:import namespace="0fe316e7-7f42-4b71-ad39-2894d480b050"/>
    <xsd:import namespace="6cdfeaa2-54f2-460f-8d8b-ea5b8cb9f92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e316e7-7f42-4b71-ad39-2894d480b0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이미지 태그" ma:readOnly="false" ma:fieldId="{5cf76f15-5ced-4ddc-b409-7134ff3c332f}" ma:taxonomyMulti="true" ma:sspId="ab4aa6ec-403b-4c75-ba7c-643e899a85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dfeaa2-54f2-460f-8d8b-ea5b8cb9f927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e1e395c9-7788-4348-aa92-067bc258b91d}" ma:internalName="TaxCatchAll" ma:showField="CatchAllData" ma:web="6cdfeaa2-54f2-460f-8d8b-ea5b8cb9f92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fe316e7-7f42-4b71-ad39-2894d480b050">
      <Terms xmlns="http://schemas.microsoft.com/office/infopath/2007/PartnerControls"/>
    </lcf76f155ced4ddcb4097134ff3c332f>
    <TaxCatchAll xmlns="6cdfeaa2-54f2-460f-8d8b-ea5b8cb9f927" xsi:nil="true"/>
  </documentManagement>
</p:properties>
</file>

<file path=customXml/itemProps1.xml><?xml version="1.0" encoding="utf-8"?>
<ds:datastoreItem xmlns:ds="http://schemas.openxmlformats.org/officeDocument/2006/customXml" ds:itemID="{02D3145E-4278-4351-9E68-49071A7D456F}"/>
</file>

<file path=customXml/itemProps2.xml><?xml version="1.0" encoding="utf-8"?>
<ds:datastoreItem xmlns:ds="http://schemas.openxmlformats.org/officeDocument/2006/customXml" ds:itemID="{501A61E5-44C9-4F77-91D5-649C130858BD}"/>
</file>

<file path=customXml/itemProps3.xml><?xml version="1.0" encoding="utf-8"?>
<ds:datastoreItem xmlns:ds="http://schemas.openxmlformats.org/officeDocument/2006/customXml" ds:itemID="{4202B828-42C3-4E17-A02A-ACD3F7FE1B97}"/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0</Words>
  <Application>Microsoft Office PowerPoint</Application>
  <PresentationFormat>와이드스크린</PresentationFormat>
  <Paragraphs>0</Paragraphs>
  <Slides>30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3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이 유림</cp:lastModifiedBy>
  <cp:revision>17</cp:revision>
  <dcterms:created xsi:type="dcterms:W3CDTF">2023-06-21T01:18:15Z</dcterms:created>
  <dcterms:modified xsi:type="dcterms:W3CDTF">2025-05-20T01:00:29Z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0x010100A89945E5E8007144A2F47A7AC84A6EF2</vt:lpwstr>
  </property>
</Properties>
</file>