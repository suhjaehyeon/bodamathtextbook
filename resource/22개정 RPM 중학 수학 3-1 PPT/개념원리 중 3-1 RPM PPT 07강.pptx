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8" r:id="rId2"/>
    <p:sldId id="290" r:id="rId3"/>
    <p:sldId id="264" r:id="rId4"/>
    <p:sldId id="282" r:id="rId5"/>
    <p:sldId id="283" r:id="rId6"/>
    <p:sldId id="284" r:id="rId7"/>
    <p:sldId id="291" r:id="rId8"/>
    <p:sldId id="292" r:id="rId9"/>
    <p:sldId id="261" r:id="rId10"/>
    <p:sldId id="281" r:id="rId11"/>
    <p:sldId id="285" r:id="rId12"/>
    <p:sldId id="286" r:id="rId13"/>
    <p:sldId id="287" r:id="rId14"/>
    <p:sldId id="288" r:id="rId15"/>
    <p:sldId id="289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300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3D2"/>
    <a:srgbClr val="BEE7FB"/>
    <a:srgbClr val="FFEBBB"/>
    <a:srgbClr val="A1D06E"/>
    <a:srgbClr val="ADBF82"/>
    <a:srgbClr val="B6A9D2"/>
    <a:srgbClr val="FFFFFF"/>
    <a:srgbClr val="025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06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DBB06-AE4E-4156-BDA8-B1077C81DC06}" type="datetimeFigureOut">
              <a:rPr lang="ko-KR" altLang="en-US" smtClean="0"/>
              <a:t>2025-05-16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699E1-ED83-48A2-831C-01FFF56F20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078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날짜 개체 틀 2">
            <a:extLst>
              <a:ext uri="{FF2B5EF4-FFF2-40B4-BE49-F238E27FC236}">
                <a16:creationId xmlns:a16="http://schemas.microsoft.com/office/drawing/2014/main" id="{B9C56D7A-BE07-4B59-85E0-F40729E1EC8B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3-1 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AF93E0-6225-4664-B06F-87179220BD70}"/>
              </a:ext>
            </a:extLst>
          </p:cNvPr>
          <p:cNvSpPr/>
          <p:nvPr userDrawn="1"/>
        </p:nvSpPr>
        <p:spPr>
          <a:xfrm>
            <a:off x="0" y="-1"/>
            <a:ext cx="12191999" cy="814108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0BB1770-FE71-65A3-522E-44DBFA9916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5642" b="4088"/>
          <a:stretch/>
        </p:blipFill>
        <p:spPr>
          <a:xfrm>
            <a:off x="23961" y="-1"/>
            <a:ext cx="922024" cy="79158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A0C6CBB-98D3-47C4-D313-171531ECEB8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6431" y="298043"/>
            <a:ext cx="3292125" cy="50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39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3653F53-2C04-4730-A2A7-CCAF1089CD6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6" name="날짜 개체 틀 2">
            <a:extLst>
              <a:ext uri="{FF2B5EF4-FFF2-40B4-BE49-F238E27FC236}">
                <a16:creationId xmlns:a16="http://schemas.microsoft.com/office/drawing/2014/main" id="{09529BA0-7FED-4965-A198-6D1C177090EE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2-2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24D0AFA-5BCF-4FF6-AB6D-E1D19BF62B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306" t="6212" r="24642" b="40359"/>
          <a:stretch/>
        </p:blipFill>
        <p:spPr>
          <a:xfrm>
            <a:off x="122550" y="-1603"/>
            <a:ext cx="1945064" cy="72381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155421F-4B0D-4FFE-8B18-2B0BAB1FB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470" t="59444" r="6889" b="6077"/>
          <a:stretch/>
        </p:blipFill>
        <p:spPr>
          <a:xfrm>
            <a:off x="2020478" y="176761"/>
            <a:ext cx="2903455" cy="47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9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6DEDC93-C09D-4EA9-AAA8-1273F11E9802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BEE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5" name="날짜 개체 틀 2">
            <a:extLst>
              <a:ext uri="{FF2B5EF4-FFF2-40B4-BE49-F238E27FC236}">
                <a16:creationId xmlns:a16="http://schemas.microsoft.com/office/drawing/2014/main" id="{9AC3CCAC-7C99-412A-BD07-9DAFE6BC7E7D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3-1 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3E6983B-DA29-44CB-9636-A0B50D6EC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61280" r="30387"/>
          <a:stretch/>
        </p:blipFill>
        <p:spPr>
          <a:xfrm>
            <a:off x="2073894" y="169682"/>
            <a:ext cx="1838226" cy="6030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AFF027-F5CC-41A2-B724-20BE87315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16547" r="35156" b="36851"/>
          <a:stretch/>
        </p:blipFill>
        <p:spPr>
          <a:xfrm>
            <a:off x="405348" y="-1"/>
            <a:ext cx="1593130" cy="7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5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5" name="날짜 개체 틀 2">
            <a:extLst>
              <a:ext uri="{FF2B5EF4-FFF2-40B4-BE49-F238E27FC236}">
                <a16:creationId xmlns:a16="http://schemas.microsoft.com/office/drawing/2014/main" id="{E4D0E127-7567-4149-AC6B-F459D67813FB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2-2 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71C38D3-5FDC-479C-A73E-7C985C7400E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F164A3-205F-4209-8279-09F331782E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BD76E58-513A-47D1-BC01-9A70078C50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6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C87C66E7-C59D-4454-A7FF-C1F0E6644E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239BB56-0824-4F0E-831F-04E54F9B0FE1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8E308D-5A3B-4A58-9F51-F706C2F9C8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DB63F8-5EB3-41FE-8218-B32183BF87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BA2FD75-6BA0-4FD5-A770-69B482BBED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5981" y="1016620"/>
            <a:ext cx="1913840" cy="51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1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3592432F-E618-4E82-976A-E5B20E8FC0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ED62D2-AC4C-4E3E-9AA3-B78F632C004E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C06097C-34A5-4AB6-8B17-84E6CE96F4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5A868D0-1AAC-4009-85D5-E8D4512D5A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5066918-1CE5-45B1-ABFA-EBB64D3EB2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019" y="1030611"/>
            <a:ext cx="1880497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24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41CBF46-BDDC-4A76-986E-B1A431C6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C794A7-6FDD-434E-A096-61A41F4A2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BA1F4-3B29-485A-AEA8-886BA8E658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014BE-82FA-4DA9-9A16-CD555D703388}" type="datetimeFigureOut">
              <a:rPr lang="ko-KR" altLang="en-US" smtClean="0"/>
              <a:t>2025-05-16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2D19B2-444D-4891-95D8-A2A51421A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281698-4351-4BDC-A25B-6C95298AC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1026F-C74F-4368-82D2-7786AAE4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15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9D95D79-C914-BCFF-4A53-CEF9B8224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29" y="1211746"/>
            <a:ext cx="9262912" cy="62832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5D27074-76C7-5AB3-0665-BDD68D9B3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812" y="1909540"/>
            <a:ext cx="9275868" cy="336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7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873B-9552-8620-CA78-193CCA89D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3B05A3B-1D88-6EEB-A95C-5BF0DFC60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29" y="1211746"/>
            <a:ext cx="9262912" cy="62832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55068DD-E871-3589-40EC-9BE68F90D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960" y="1943739"/>
            <a:ext cx="6866215" cy="2092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911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019D5-3CAA-D746-BA06-507B649C2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0D45129-CE5A-CBFA-E69A-D5BA6E988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59" y="1179456"/>
            <a:ext cx="9243480" cy="66718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CFFDE02-3079-0212-EC46-348C6843C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434" y="1893780"/>
            <a:ext cx="8699365" cy="237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672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085C8-6F76-8742-E51A-281242CAE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2826615-A347-D3E7-B37D-2CBBD3EA5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78" y="1188883"/>
            <a:ext cx="9295301" cy="66718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19E65CD-C1AC-F9B8-A6B7-DDA90E8BB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933" y="1912632"/>
            <a:ext cx="9295301" cy="395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13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97694-C991-FB0D-BE3B-EBA3D6390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61C0C47-C7A7-17EA-682E-1C8492728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17" y="1188883"/>
            <a:ext cx="9269390" cy="66718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11EC335-DE7A-26D6-3D62-F8A1F27CE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412" y="1929130"/>
            <a:ext cx="5486494" cy="321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36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26064-7A9D-8322-92E2-319FFFA6A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2825709-8D70-47E6-CF68-C064A9CFD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56" y="1164412"/>
            <a:ext cx="9243480" cy="6607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50662E8-A3C9-7F70-2728-17526DA59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441" y="1895195"/>
            <a:ext cx="8401397" cy="2014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556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D5C46-F2C6-C016-8794-2F7BA38AB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5D5FA62-B19D-DF73-88B8-1C3C165B6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56" y="1164412"/>
            <a:ext cx="9243480" cy="66071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4BAFA37-2B24-E28B-7E25-493691C33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257" y="1881685"/>
            <a:ext cx="8595724" cy="354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904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AEFA8-325E-758A-14B5-BA42152C2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1C02A20-077E-5F5E-4487-4B869DE82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56" y="1164412"/>
            <a:ext cx="9243480" cy="66071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E125B27-6B1F-E39F-41E0-50D97E160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51" y="1945935"/>
            <a:ext cx="7973878" cy="450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401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300A8B5-2A41-41BC-A93D-243BCA3840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91"/>
          <a:stretch/>
        </p:blipFill>
        <p:spPr>
          <a:xfrm>
            <a:off x="244632" y="725863"/>
            <a:ext cx="6037087" cy="334234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5553647-0BBD-46DC-5742-DB957688F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146" y="945060"/>
            <a:ext cx="5421719" cy="415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01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E2982-33F2-8D31-1DA9-FA1061C0E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1F0D7DB-E9F9-FB96-E9CA-A48EF3F0C4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19"/>
          <a:stretch/>
        </p:blipFill>
        <p:spPr>
          <a:xfrm>
            <a:off x="112656" y="744718"/>
            <a:ext cx="6037087" cy="357052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4DB6951-2DEB-24E7-5925-AE8615732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743" y="940324"/>
            <a:ext cx="5972312" cy="301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932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E82B4-9CCE-C811-E355-16EBB7A66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CF8BFB8-9A82-A052-CB20-F7ED518FE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10" y="817317"/>
            <a:ext cx="6192548" cy="439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665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66D1-B57D-7481-38B9-F45620D21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99E7869-8CFF-672C-3C5A-CECD00962F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76"/>
          <a:stretch/>
        </p:blipFill>
        <p:spPr>
          <a:xfrm>
            <a:off x="50476" y="810704"/>
            <a:ext cx="6030610" cy="305387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6F0B81B-6983-7EEA-164A-E3F24D003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232" y="889560"/>
            <a:ext cx="6056519" cy="2707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8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CD29B-FE75-677E-C7B6-D1BCBC58B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3BD40D8-6124-123B-048E-A3466AE3EF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26"/>
          <a:stretch/>
        </p:blipFill>
        <p:spPr>
          <a:xfrm>
            <a:off x="109463" y="716437"/>
            <a:ext cx="6471465" cy="4664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252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9EE26-646D-B2A3-43DF-A144DEF09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41AE513-225E-37E6-4FCF-288945CB32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05"/>
          <a:stretch/>
        </p:blipFill>
        <p:spPr>
          <a:xfrm>
            <a:off x="112653" y="763571"/>
            <a:ext cx="6037087" cy="317196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9C0A763-2C36-F367-38E7-68CFE098B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313" y="906245"/>
            <a:ext cx="5991744" cy="279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7767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ABC6B-DA33-C52D-86B4-D4DDA80E0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4D43C75-0AEB-4CC3-6491-AA5D82C12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6" y="796334"/>
            <a:ext cx="6069475" cy="535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9392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962C871-E558-E903-9BC2-68022033A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80" y="760801"/>
            <a:ext cx="6069475" cy="5000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440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91865A1-F5E9-58A9-E7A7-DBB3BD8414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81"/>
          <a:stretch/>
        </p:blipFill>
        <p:spPr>
          <a:xfrm>
            <a:off x="84374" y="744718"/>
            <a:ext cx="6037087" cy="360234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FAD3200-E986-2550-4422-398B4A662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61" y="968992"/>
            <a:ext cx="6004699" cy="240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025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F10FCF6-5B87-8FEF-63AB-27A895E1D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26" y="742596"/>
            <a:ext cx="6121295" cy="551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1303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CCEE61A-F82C-5351-60F4-951B380B6C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20"/>
          <a:stretch/>
        </p:blipFill>
        <p:spPr>
          <a:xfrm>
            <a:off x="150757" y="744717"/>
            <a:ext cx="5972312" cy="366738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A610B05-4806-E8F2-69AC-60C7527F1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080" y="929701"/>
            <a:ext cx="6069475" cy="266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6677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F4D76FF-1CD0-16CB-1945-4CD4FCE2F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91"/>
          <a:stretch/>
        </p:blipFill>
        <p:spPr>
          <a:xfrm>
            <a:off x="18389" y="744718"/>
            <a:ext cx="6037087" cy="246788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C928663-6E8B-CBB2-4BCE-EC5F8336F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476" y="890458"/>
            <a:ext cx="6088908" cy="353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7654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27611E9-3553-0792-A6C1-4748CCEC0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0" y="758902"/>
            <a:ext cx="6004699" cy="37699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2FDFE0D-A1E6-271F-2156-5CD0A6BFDF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25"/>
          <a:stretch/>
        </p:blipFill>
        <p:spPr>
          <a:xfrm>
            <a:off x="6103330" y="828453"/>
            <a:ext cx="6004699" cy="318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4279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E32DB65-80E9-234D-5E06-DA1DE83F70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57"/>
          <a:stretch/>
        </p:blipFill>
        <p:spPr>
          <a:xfrm>
            <a:off x="63713" y="716437"/>
            <a:ext cx="6024132" cy="282568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A9D5932-AC9D-CDBE-08B6-A0F250B403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7"/>
          <a:stretch/>
        </p:blipFill>
        <p:spPr>
          <a:xfrm>
            <a:off x="6076626" y="824864"/>
            <a:ext cx="6024132" cy="346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2704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7303B80-99BB-454F-D10C-57CF3367A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2" y="884374"/>
            <a:ext cx="6011177" cy="267523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EADD825-6087-5C72-2872-A4253D0D2B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9"/>
          <a:stretch/>
        </p:blipFill>
        <p:spPr>
          <a:xfrm>
            <a:off x="6098361" y="884374"/>
            <a:ext cx="6011177" cy="292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262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89945E5E8007144A2F47A7AC84A6EF2" ma:contentTypeVersion="16" ma:contentTypeDescription="새 문서를 만듭니다." ma:contentTypeScope="" ma:versionID="ea93438e1c61af80dab6fd560f3e28df">
  <xsd:schema xmlns:xsd="http://www.w3.org/2001/XMLSchema" xmlns:xs="http://www.w3.org/2001/XMLSchema" xmlns:p="http://schemas.microsoft.com/office/2006/metadata/properties" xmlns:ns2="0fe316e7-7f42-4b71-ad39-2894d480b050" xmlns:ns3="6cdfeaa2-54f2-460f-8d8b-ea5b8cb9f927" targetNamespace="http://schemas.microsoft.com/office/2006/metadata/properties" ma:root="true" ma:fieldsID="35ee5a466098b379d961bfb8bbbe4284" ns2:_="" ns3:_="">
    <xsd:import namespace="0fe316e7-7f42-4b71-ad39-2894d480b050"/>
    <xsd:import namespace="6cdfeaa2-54f2-460f-8d8b-ea5b8cb9f9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316e7-7f42-4b71-ad39-2894d480b0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ab4aa6ec-403b-4c75-ba7c-643e899a85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dfeaa2-54f2-460f-8d8b-ea5b8cb9f92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1e395c9-7788-4348-aa92-067bc258b91d}" ma:internalName="TaxCatchAll" ma:showField="CatchAllData" ma:web="6cdfeaa2-54f2-460f-8d8b-ea5b8cb9f9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fe316e7-7f42-4b71-ad39-2894d480b050">
      <Terms xmlns="http://schemas.microsoft.com/office/infopath/2007/PartnerControls"/>
    </lcf76f155ced4ddcb4097134ff3c332f>
    <TaxCatchAll xmlns="6cdfeaa2-54f2-460f-8d8b-ea5b8cb9f927" xsi:nil="true"/>
  </documentManagement>
</p:properties>
</file>

<file path=customXml/itemProps1.xml><?xml version="1.0" encoding="utf-8"?>
<ds:datastoreItem xmlns:ds="http://schemas.openxmlformats.org/officeDocument/2006/customXml" ds:itemID="{A29C65E1-11B3-44A5-A46F-67F4B6AE3A7D}"/>
</file>

<file path=customXml/itemProps2.xml><?xml version="1.0" encoding="utf-8"?>
<ds:datastoreItem xmlns:ds="http://schemas.openxmlformats.org/officeDocument/2006/customXml" ds:itemID="{93A6283E-A5E8-47FB-A8DB-BD74C505867A}"/>
</file>

<file path=customXml/itemProps3.xml><?xml version="1.0" encoding="utf-8"?>
<ds:datastoreItem xmlns:ds="http://schemas.openxmlformats.org/officeDocument/2006/customXml" ds:itemID="{E3FEC04C-BEE9-473F-BB15-44A74FAEB48D}"/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0</Words>
  <Application>Microsoft Office PowerPoint</Application>
  <PresentationFormat>와이드스크린</PresentationFormat>
  <Paragraphs>0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 유림</cp:lastModifiedBy>
  <cp:revision>15</cp:revision>
  <dcterms:created xsi:type="dcterms:W3CDTF">2023-06-21T01:18:15Z</dcterms:created>
  <dcterms:modified xsi:type="dcterms:W3CDTF">2025-05-16T07:28:46Z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0x010100A89945E5E8007144A2F47A7AC84A6EF2</vt:lpwstr>
  </property>
</Properties>
</file>