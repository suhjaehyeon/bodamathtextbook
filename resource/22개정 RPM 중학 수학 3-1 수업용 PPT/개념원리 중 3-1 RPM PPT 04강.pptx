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8" r:id="rId2"/>
    <p:sldId id="264" r:id="rId3"/>
    <p:sldId id="282" r:id="rId4"/>
    <p:sldId id="290" r:id="rId5"/>
    <p:sldId id="261" r:id="rId6"/>
    <p:sldId id="281" r:id="rId7"/>
    <p:sldId id="285" r:id="rId8"/>
    <p:sldId id="286" r:id="rId9"/>
    <p:sldId id="287" r:id="rId10"/>
    <p:sldId id="288" r:id="rId11"/>
    <p:sldId id="289" r:id="rId12"/>
    <p:sldId id="291" r:id="rId13"/>
    <p:sldId id="292" r:id="rId14"/>
    <p:sldId id="293" r:id="rId15"/>
    <p:sldId id="294" r:id="rId16"/>
    <p:sldId id="295" r:id="rId17"/>
    <p:sldId id="298" r:id="rId18"/>
    <p:sldId id="296" r:id="rId19"/>
    <p:sldId id="297" r:id="rId20"/>
    <p:sldId id="299" r:id="rId21"/>
    <p:sldId id="300" r:id="rId22"/>
    <p:sldId id="301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3D2"/>
    <a:srgbClr val="BEE7FB"/>
    <a:srgbClr val="FFEBBB"/>
    <a:srgbClr val="A1D06E"/>
    <a:srgbClr val="ADBF82"/>
    <a:srgbClr val="B6A9D2"/>
    <a:srgbClr val="FFFFFF"/>
    <a:srgbClr val="025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06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DBB06-AE4E-4156-BDA8-B1077C81DC06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699E1-ED83-48A2-831C-01FFF56F20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07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날짜 개체 틀 2">
            <a:extLst>
              <a:ext uri="{FF2B5EF4-FFF2-40B4-BE49-F238E27FC236}">
                <a16:creationId xmlns:a16="http://schemas.microsoft.com/office/drawing/2014/main" id="{B9C56D7A-BE07-4B59-85E0-F40729E1EC8B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3-1 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AF93E0-6225-4664-B06F-87179220BD70}"/>
              </a:ext>
            </a:extLst>
          </p:cNvPr>
          <p:cNvSpPr/>
          <p:nvPr userDrawn="1"/>
        </p:nvSpPr>
        <p:spPr>
          <a:xfrm>
            <a:off x="0" y="-1"/>
            <a:ext cx="12191999" cy="814108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381B404-0765-4898-3983-B2F31BD65E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5525"/>
          <a:stretch/>
        </p:blipFill>
        <p:spPr>
          <a:xfrm>
            <a:off x="18323" y="0"/>
            <a:ext cx="933302" cy="80448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B99603B-06F8-2105-C06D-48234893E92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0786" y="315152"/>
            <a:ext cx="2505673" cy="48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39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3653F53-2C04-4730-A2A7-CCAF1089CD6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6" name="날짜 개체 틀 2">
            <a:extLst>
              <a:ext uri="{FF2B5EF4-FFF2-40B4-BE49-F238E27FC236}">
                <a16:creationId xmlns:a16="http://schemas.microsoft.com/office/drawing/2014/main" id="{09529BA0-7FED-4965-A198-6D1C177090EE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2-2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24D0AFA-5BCF-4FF6-AB6D-E1D19BF62B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306" t="6212" r="24642" b="40359"/>
          <a:stretch/>
        </p:blipFill>
        <p:spPr>
          <a:xfrm>
            <a:off x="122550" y="-1603"/>
            <a:ext cx="1945064" cy="7238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55421F-4B0D-4FFE-8B18-2B0BAB1FB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470" t="59444" r="6889" b="6077"/>
          <a:stretch/>
        </p:blipFill>
        <p:spPr>
          <a:xfrm>
            <a:off x="2020478" y="176761"/>
            <a:ext cx="2903455" cy="4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9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6DEDC93-C09D-4EA9-AAA8-1273F11E9802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BEE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5" name="날짜 개체 틀 2">
            <a:extLst>
              <a:ext uri="{FF2B5EF4-FFF2-40B4-BE49-F238E27FC236}">
                <a16:creationId xmlns:a16="http://schemas.microsoft.com/office/drawing/2014/main" id="{9AC3CCAC-7C99-412A-BD07-9DAFE6BC7E7D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3-1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3E6983B-DA29-44CB-9636-A0B50D6EC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61280" r="30387"/>
          <a:stretch/>
        </p:blipFill>
        <p:spPr>
          <a:xfrm>
            <a:off x="2073894" y="169682"/>
            <a:ext cx="1838226" cy="6030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AFF027-F5CC-41A2-B724-20BE87315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16547" r="35156" b="36851"/>
          <a:stretch/>
        </p:blipFill>
        <p:spPr>
          <a:xfrm>
            <a:off x="405348" y="-1"/>
            <a:ext cx="1593130" cy="7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5" name="날짜 개체 틀 2">
            <a:extLst>
              <a:ext uri="{FF2B5EF4-FFF2-40B4-BE49-F238E27FC236}">
                <a16:creationId xmlns:a16="http://schemas.microsoft.com/office/drawing/2014/main" id="{E4D0E127-7567-4149-AC6B-F459D67813FB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2-2 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1C38D3-5FDC-479C-A73E-7C985C7400E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F164A3-205F-4209-8279-09F331782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D76E58-513A-47D1-BC01-9A70078C50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6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C87C66E7-C59D-4454-A7FF-C1F0E6644E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39BB56-0824-4F0E-831F-04E54F9B0FE1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8E308D-5A3B-4A58-9F51-F706C2F9C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DB63F8-5EB3-41FE-8218-B32183BF8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BA2FD75-6BA0-4FD5-A770-69B482BBED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5981" y="1016620"/>
            <a:ext cx="1913840" cy="5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1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3592432F-E618-4E82-976A-E5B20E8F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ED62D2-AC4C-4E3E-9AA3-B78F632C004E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C06097C-34A5-4AB6-8B17-84E6CE96F4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5A868D0-1AAC-4009-85D5-E8D4512D5A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5066918-1CE5-45B1-ABFA-EBB64D3EB2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019" y="1030611"/>
            <a:ext cx="1880497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24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1CBF46-BDDC-4A76-986E-B1A431C6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C794A7-6FDD-434E-A096-61A41F4A2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BA1F4-3B29-485A-AEA8-886BA8E65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014BE-82FA-4DA9-9A16-CD555D703388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D19B2-444D-4891-95D8-A2A51421A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81698-4351-4BDC-A25B-6C95298AC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1026F-C74F-4368-82D2-7786AAE4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4D8A1A0-0B29-B795-82EC-D2A44DDC7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01" y="1202319"/>
            <a:ext cx="9249958" cy="62832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9A15E91-C7A6-E846-CE47-E61753299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17" y="1925303"/>
            <a:ext cx="9262912" cy="233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7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019D5-3CAA-D746-BA06-507B649C2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91E6846-FB16-1257-84B9-895F407E8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43" y="1190887"/>
            <a:ext cx="9269390" cy="64775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ED828C0-EF2A-48B1-D364-99C3512D8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849" y="1953044"/>
            <a:ext cx="8699365" cy="358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672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085C8-6F76-8742-E51A-281242CAE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A84C512-CFFB-65EF-A350-514DBCFBF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98" y="1207930"/>
            <a:ext cx="9237003" cy="63480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7F69298-36D9-E851-40E9-814DB9BF4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721" y="1896628"/>
            <a:ext cx="8822438" cy="2396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13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3C8C6-9AFC-B4E9-5269-E4BB2F411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9D211C2-3508-573A-11C6-587EEDE3B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98" y="1207930"/>
            <a:ext cx="9237003" cy="634801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51A3A72-D5E7-AEED-2140-90007BEFA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71" y="1934643"/>
            <a:ext cx="8336622" cy="343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736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C395BDA-A411-64E3-D5EB-FC6E8F268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95" y="779117"/>
            <a:ext cx="6088908" cy="323878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344F988-004E-4549-FBE5-8AF99CD17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779" y="856538"/>
            <a:ext cx="3867104" cy="321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01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E2982-33F2-8D31-1DA9-FA1061C0E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F8DFAFF-74C9-9AD4-8C5A-9F6E593C1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3" y="795986"/>
            <a:ext cx="6095385" cy="356265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9F58E5F-1D1F-6123-92AF-FF439E4F4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887" y="984629"/>
            <a:ext cx="5965834" cy="231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932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E82B4-9CCE-C811-E355-16EBB7A66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FB22196-45DB-699A-1C5E-1E705A84CA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86"/>
          <a:stretch/>
        </p:blipFill>
        <p:spPr>
          <a:xfrm>
            <a:off x="273507" y="754143"/>
            <a:ext cx="5939924" cy="558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665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66D1-B57D-7481-38B9-F45620D21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FF2AAE1-52E9-E33D-9B42-13F40DB833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94"/>
          <a:stretch/>
        </p:blipFill>
        <p:spPr>
          <a:xfrm>
            <a:off x="254258" y="754143"/>
            <a:ext cx="6004699" cy="510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8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D29B-FE75-677E-C7B6-D1BCBC58B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625CC71-7C1A-46DD-4276-79FF4F325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93" y="768472"/>
            <a:ext cx="6030610" cy="262989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F553F40-E296-2101-AD2F-C7A11DF5C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7127" y="902853"/>
            <a:ext cx="6011177" cy="304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252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9EE26-646D-B2A3-43DF-A144DEF09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B84B2DA-930D-C008-47B8-0AE125284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79" y="813750"/>
            <a:ext cx="6069475" cy="497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776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ABC6B-DA33-C52D-86B4-D4DDA80E0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83C9F33-10FF-E14E-86EA-4DE888ECF6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80"/>
          <a:stretch/>
        </p:blipFill>
        <p:spPr>
          <a:xfrm>
            <a:off x="235405" y="735291"/>
            <a:ext cx="6004699" cy="321500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0FD225C-123A-D1A5-421A-709CAFDB3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368" y="942610"/>
            <a:ext cx="4327011" cy="363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939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6F8A988-10C8-8F9F-E4EB-2A5DC80070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91"/>
          <a:stretch/>
        </p:blipFill>
        <p:spPr>
          <a:xfrm>
            <a:off x="35233" y="735290"/>
            <a:ext cx="6056519" cy="284473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0141F63-AA14-CF04-7EFC-64EFF3299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402" y="846364"/>
            <a:ext cx="6037087" cy="395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440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645DB2C-0C9C-5A29-DDB9-91A340E56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5" y="791459"/>
            <a:ext cx="6069475" cy="461202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59FC9B5-8849-44DA-ECFA-C026BD66B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4255" y="855672"/>
            <a:ext cx="6030610" cy="262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971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1F2E85F-F362-E7BF-938F-AC0DD5C7FD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33"/>
          <a:stretch/>
        </p:blipFill>
        <p:spPr>
          <a:xfrm>
            <a:off x="235404" y="744718"/>
            <a:ext cx="6004699" cy="457783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A803694-B1F1-404C-337E-E43C5BE6A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676" y="842633"/>
            <a:ext cx="5331033" cy="24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708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77EF251-11BC-D0BE-E82E-66EA8D20A9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79"/>
          <a:stretch/>
        </p:blipFill>
        <p:spPr>
          <a:xfrm>
            <a:off x="14380" y="763571"/>
            <a:ext cx="6075952" cy="396071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5A8275B-01B5-DA6D-676B-A55433273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475" y="918049"/>
            <a:ext cx="6062997" cy="24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748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6D9B06B-E768-CF1A-C8EF-D9F894A0B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13" y="756002"/>
            <a:ext cx="6088908" cy="516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900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E5F707D-1E46-586D-1695-C912B5D66C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11"/>
          <a:stretch/>
        </p:blipFill>
        <p:spPr>
          <a:xfrm>
            <a:off x="135516" y="744718"/>
            <a:ext cx="5998222" cy="412574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484D029-4A7B-6641-FB12-130C909EB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4310" y="973618"/>
            <a:ext cx="5972312" cy="257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5355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AA55C89-39BC-499F-A48D-F640FD2CD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19" y="792800"/>
            <a:ext cx="6024132" cy="377641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75C151B-F818-45E8-EBC2-1470DAC08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626" y="880099"/>
            <a:ext cx="4650889" cy="202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5543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8468289-838E-D572-99DA-2D95B9FF30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11"/>
          <a:stretch/>
        </p:blipFill>
        <p:spPr>
          <a:xfrm>
            <a:off x="188071" y="735290"/>
            <a:ext cx="6037087" cy="521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053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C9CD065-9BE1-EBBB-CA9B-63D08F6DD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64" y="796083"/>
            <a:ext cx="6011177" cy="47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7017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47D87F0-3A3C-0078-D15A-688084BC87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20" b="-1"/>
          <a:stretch/>
        </p:blipFill>
        <p:spPr>
          <a:xfrm>
            <a:off x="191686" y="763571"/>
            <a:ext cx="6062997" cy="531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852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B042684-F305-0752-B12C-8BBEB2E275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95" b="-1"/>
          <a:stretch/>
        </p:blipFill>
        <p:spPr>
          <a:xfrm>
            <a:off x="168821" y="801277"/>
            <a:ext cx="6101863" cy="537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972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89945E5E8007144A2F47A7AC84A6EF2" ma:contentTypeVersion="16" ma:contentTypeDescription="새 문서를 만듭니다." ma:contentTypeScope="" ma:versionID="ea93438e1c61af80dab6fd560f3e28df">
  <xsd:schema xmlns:xsd="http://www.w3.org/2001/XMLSchema" xmlns:xs="http://www.w3.org/2001/XMLSchema" xmlns:p="http://schemas.microsoft.com/office/2006/metadata/properties" xmlns:ns2="0fe316e7-7f42-4b71-ad39-2894d480b050" xmlns:ns3="6cdfeaa2-54f2-460f-8d8b-ea5b8cb9f927" targetNamespace="http://schemas.microsoft.com/office/2006/metadata/properties" ma:root="true" ma:fieldsID="35ee5a466098b379d961bfb8bbbe4284" ns2:_="" ns3:_="">
    <xsd:import namespace="0fe316e7-7f42-4b71-ad39-2894d480b050"/>
    <xsd:import namespace="6cdfeaa2-54f2-460f-8d8b-ea5b8cb9f9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316e7-7f42-4b71-ad39-2894d480b0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ab4aa6ec-403b-4c75-ba7c-643e899a85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dfeaa2-54f2-460f-8d8b-ea5b8cb9f92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1e395c9-7788-4348-aa92-067bc258b91d}" ma:internalName="TaxCatchAll" ma:showField="CatchAllData" ma:web="6cdfeaa2-54f2-460f-8d8b-ea5b8cb9f9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fe316e7-7f42-4b71-ad39-2894d480b050">
      <Terms xmlns="http://schemas.microsoft.com/office/infopath/2007/PartnerControls"/>
    </lcf76f155ced4ddcb4097134ff3c332f>
    <TaxCatchAll xmlns="6cdfeaa2-54f2-460f-8d8b-ea5b8cb9f927" xsi:nil="true"/>
  </documentManagement>
</p:properties>
</file>

<file path=customXml/itemProps1.xml><?xml version="1.0" encoding="utf-8"?>
<ds:datastoreItem xmlns:ds="http://schemas.openxmlformats.org/officeDocument/2006/customXml" ds:itemID="{6F3C2F0B-789D-4D40-B19D-03FD39BA4E72}"/>
</file>

<file path=customXml/itemProps2.xml><?xml version="1.0" encoding="utf-8"?>
<ds:datastoreItem xmlns:ds="http://schemas.openxmlformats.org/officeDocument/2006/customXml" ds:itemID="{392892FD-F9AF-4551-B7F0-33E4CA05FFE5}"/>
</file>

<file path=customXml/itemProps3.xml><?xml version="1.0" encoding="utf-8"?>
<ds:datastoreItem xmlns:ds="http://schemas.openxmlformats.org/officeDocument/2006/customXml" ds:itemID="{A8E9EDC0-5FAF-4269-901E-E9E47FB8DF0E}"/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0</Words>
  <Application>Microsoft Office PowerPoint</Application>
  <PresentationFormat>와이드스크린</PresentationFormat>
  <Paragraphs>0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 유림</cp:lastModifiedBy>
  <cp:revision>16</cp:revision>
  <dcterms:created xsi:type="dcterms:W3CDTF">2023-06-21T01:18:15Z</dcterms:created>
  <dcterms:modified xsi:type="dcterms:W3CDTF">2025-05-20T00:35:19Z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0x010100A89945E5E8007144A2F47A7AC84A6EF2</vt:lpwstr>
  </property>
</Properties>
</file>