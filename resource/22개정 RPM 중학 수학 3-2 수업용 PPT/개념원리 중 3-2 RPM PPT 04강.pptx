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8" r:id="rId2"/>
    <p:sldId id="326" r:id="rId3"/>
    <p:sldId id="327" r:id="rId4"/>
    <p:sldId id="315" r:id="rId5"/>
    <p:sldId id="321" r:id="rId6"/>
    <p:sldId id="322" r:id="rId7"/>
    <p:sldId id="323" r:id="rId8"/>
    <p:sldId id="324" r:id="rId9"/>
    <p:sldId id="316" r:id="rId10"/>
    <p:sldId id="317" r:id="rId11"/>
    <p:sldId id="318" r:id="rId12"/>
    <p:sldId id="319" r:id="rId13"/>
    <p:sldId id="320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D3D2"/>
    <a:srgbClr val="BEE7FB"/>
    <a:srgbClr val="FFEBBB"/>
    <a:srgbClr val="A1D06E"/>
    <a:srgbClr val="ADBF82"/>
    <a:srgbClr val="B6A9D2"/>
    <a:srgbClr val="FFFFFF"/>
    <a:srgbClr val="0254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0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6" y="29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06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customXml" Target="../customXml/item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8DBB06-AE4E-4156-BDA8-B1077C81DC06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9699E1-ED83-48A2-831C-01FFF56F20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60785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날짜 개체 틀 2">
            <a:extLst>
              <a:ext uri="{FF2B5EF4-FFF2-40B4-BE49-F238E27FC236}">
                <a16:creationId xmlns:a16="http://schemas.microsoft.com/office/drawing/2014/main" id="{B9C56D7A-BE07-4B59-85E0-F40729E1EC8B}"/>
              </a:ext>
            </a:extLst>
          </p:cNvPr>
          <p:cNvSpPr txBox="1">
            <a:spLocks/>
          </p:cNvSpPr>
          <p:nvPr userDrawn="1"/>
        </p:nvSpPr>
        <p:spPr>
          <a:xfrm>
            <a:off x="98367" y="63979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b="1" kern="1200">
                <a:solidFill>
                  <a:srgbClr val="0254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/>
              <a:t>RPM</a:t>
            </a:r>
            <a:r>
              <a:rPr lang="ko-KR" altLang="en-US" dirty="0"/>
              <a:t> 중학 수학 </a:t>
            </a:r>
            <a:r>
              <a:rPr lang="en-US" altLang="ko-KR" dirty="0"/>
              <a:t>3-2 </a:t>
            </a:r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1AF93E0-6225-4664-B06F-87179220BD70}"/>
              </a:ext>
            </a:extLst>
          </p:cNvPr>
          <p:cNvSpPr/>
          <p:nvPr userDrawn="1"/>
        </p:nvSpPr>
        <p:spPr>
          <a:xfrm>
            <a:off x="0" y="-1"/>
            <a:ext cx="12191999" cy="814108"/>
          </a:xfrm>
          <a:prstGeom prst="rect">
            <a:avLst/>
          </a:prstGeom>
          <a:solidFill>
            <a:srgbClr val="FFEB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              </a:t>
            </a:r>
            <a:endParaRPr lang="ko-KR" altLang="en-US" dirty="0"/>
          </a:p>
        </p:txBody>
      </p:sp>
      <p:pic>
        <p:nvPicPr>
          <p:cNvPr id="7" name="그림 6" descr="그래픽, 폰트, 그래픽 디자인, 스크린샷이(가) 표시된 사진&#10;&#10;자동 생성된 설명">
            <a:extLst>
              <a:ext uri="{FF2B5EF4-FFF2-40B4-BE49-F238E27FC236}">
                <a16:creationId xmlns:a16="http://schemas.microsoft.com/office/drawing/2014/main" id="{AFEAA3AD-A1B2-40C9-A627-123A88D5C6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6099" y="205042"/>
            <a:ext cx="1133475" cy="274123"/>
          </a:xfrm>
          <a:prstGeom prst="rect">
            <a:avLst/>
          </a:prstGeom>
        </p:spPr>
      </p:pic>
      <p:pic>
        <p:nvPicPr>
          <p:cNvPr id="3" name="그림 2" descr="로고, 그래픽, 클립아트, 상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B3A2930-B558-AF11-3B4B-9CCB403C78A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9407"/>
          <a:stretch>
            <a:fillRect/>
          </a:stretch>
        </p:blipFill>
        <p:spPr>
          <a:xfrm>
            <a:off x="64004" y="0"/>
            <a:ext cx="877661" cy="804680"/>
          </a:xfrm>
          <a:prstGeom prst="rect">
            <a:avLst/>
          </a:prstGeom>
        </p:spPr>
      </p:pic>
      <p:pic>
        <p:nvPicPr>
          <p:cNvPr id="6" name="그림 5" descr="폰트, 상징, 번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52FB6A9-CAB8-333F-D5C5-08FC52D8F9B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05668" y="296516"/>
            <a:ext cx="1246044" cy="49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139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C3653F53-2C04-4730-A2A7-CCAF1089CD60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FFEB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              </a:t>
            </a:r>
            <a:endParaRPr lang="ko-KR" altLang="en-US" dirty="0"/>
          </a:p>
        </p:txBody>
      </p:sp>
      <p:pic>
        <p:nvPicPr>
          <p:cNvPr id="7" name="그림 6" descr="그래픽, 폰트, 그래픽 디자인, 스크린샷이(가) 표시된 사진&#10;&#10;자동 생성된 설명">
            <a:extLst>
              <a:ext uri="{FF2B5EF4-FFF2-40B4-BE49-F238E27FC236}">
                <a16:creationId xmlns:a16="http://schemas.microsoft.com/office/drawing/2014/main" id="{AFEAA3AD-A1B2-40C9-A627-123A88D5C6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6099" y="205042"/>
            <a:ext cx="1133475" cy="274123"/>
          </a:xfrm>
          <a:prstGeom prst="rect">
            <a:avLst/>
          </a:prstGeom>
        </p:spPr>
      </p:pic>
      <p:sp>
        <p:nvSpPr>
          <p:cNvPr id="6" name="날짜 개체 틀 2">
            <a:extLst>
              <a:ext uri="{FF2B5EF4-FFF2-40B4-BE49-F238E27FC236}">
                <a16:creationId xmlns:a16="http://schemas.microsoft.com/office/drawing/2014/main" id="{09529BA0-7FED-4965-A198-6D1C177090EE}"/>
              </a:ext>
            </a:extLst>
          </p:cNvPr>
          <p:cNvSpPr txBox="1">
            <a:spLocks/>
          </p:cNvSpPr>
          <p:nvPr userDrawn="1"/>
        </p:nvSpPr>
        <p:spPr>
          <a:xfrm>
            <a:off x="98367" y="63979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b="1" kern="1200">
                <a:solidFill>
                  <a:srgbClr val="0254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/>
              <a:t>RPM</a:t>
            </a:r>
            <a:r>
              <a:rPr lang="ko-KR" altLang="en-US" dirty="0"/>
              <a:t> 중학 수학 </a:t>
            </a:r>
            <a:r>
              <a:rPr lang="en-US" altLang="ko-KR" dirty="0"/>
              <a:t>3-2 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24D0AFA-5BCF-4FF6-AB6D-E1D19BF62B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306" t="6212" r="24642" b="40359"/>
          <a:stretch/>
        </p:blipFill>
        <p:spPr>
          <a:xfrm>
            <a:off x="122550" y="-1603"/>
            <a:ext cx="1945064" cy="72381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155421F-4B0D-4FFE-8B18-2B0BAB1FBE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470" t="59444" r="6889" b="6077"/>
          <a:stretch/>
        </p:blipFill>
        <p:spPr>
          <a:xfrm>
            <a:off x="2020478" y="176761"/>
            <a:ext cx="2903455" cy="471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693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A6DEDC93-C09D-4EA9-AAA8-1273F11E9802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BEE7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              </a:t>
            </a:r>
            <a:endParaRPr lang="ko-KR" altLang="en-US" dirty="0"/>
          </a:p>
        </p:txBody>
      </p:sp>
      <p:pic>
        <p:nvPicPr>
          <p:cNvPr id="7" name="그림 6" descr="그래픽, 폰트, 그래픽 디자인, 스크린샷이(가) 표시된 사진&#10;&#10;자동 생성된 설명">
            <a:extLst>
              <a:ext uri="{FF2B5EF4-FFF2-40B4-BE49-F238E27FC236}">
                <a16:creationId xmlns:a16="http://schemas.microsoft.com/office/drawing/2014/main" id="{AFEAA3AD-A1B2-40C9-A627-123A88D5C6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6099" y="205042"/>
            <a:ext cx="1133475" cy="274123"/>
          </a:xfrm>
          <a:prstGeom prst="rect">
            <a:avLst/>
          </a:prstGeom>
        </p:spPr>
      </p:pic>
      <p:sp>
        <p:nvSpPr>
          <p:cNvPr id="5" name="날짜 개체 틀 2">
            <a:extLst>
              <a:ext uri="{FF2B5EF4-FFF2-40B4-BE49-F238E27FC236}">
                <a16:creationId xmlns:a16="http://schemas.microsoft.com/office/drawing/2014/main" id="{9AC3CCAC-7C99-412A-BD07-9DAFE6BC7E7D}"/>
              </a:ext>
            </a:extLst>
          </p:cNvPr>
          <p:cNvSpPr txBox="1">
            <a:spLocks/>
          </p:cNvSpPr>
          <p:nvPr userDrawn="1"/>
        </p:nvSpPr>
        <p:spPr>
          <a:xfrm>
            <a:off x="98367" y="63979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b="1" kern="1200">
                <a:solidFill>
                  <a:srgbClr val="0254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/>
              <a:t>RPM</a:t>
            </a:r>
            <a:r>
              <a:rPr lang="ko-KR" altLang="en-US" dirty="0"/>
              <a:t> 중학 수학 </a:t>
            </a:r>
            <a:r>
              <a:rPr lang="en-US" altLang="ko-KR" dirty="0"/>
              <a:t>3-2 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3E6983B-DA29-44CB-9636-A0B50D6ECE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3847" t="61280" r="30387"/>
          <a:stretch/>
        </p:blipFill>
        <p:spPr>
          <a:xfrm>
            <a:off x="2073894" y="169682"/>
            <a:ext cx="1838226" cy="60309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2AFF027-F5CC-41A2-B724-20BE87315A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3847" t="16547" r="35156" b="36851"/>
          <a:stretch/>
        </p:blipFill>
        <p:spPr>
          <a:xfrm>
            <a:off x="405348" y="-1"/>
            <a:ext cx="1593130" cy="725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550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그래픽, 폰트, 그래픽 디자인, 스크린샷이(가) 표시된 사진&#10;&#10;자동 생성된 설명">
            <a:extLst>
              <a:ext uri="{FF2B5EF4-FFF2-40B4-BE49-F238E27FC236}">
                <a16:creationId xmlns:a16="http://schemas.microsoft.com/office/drawing/2014/main" id="{AFEAA3AD-A1B2-40C9-A627-123A88D5C6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6099" y="205042"/>
            <a:ext cx="1133475" cy="274123"/>
          </a:xfrm>
          <a:prstGeom prst="rect">
            <a:avLst/>
          </a:prstGeom>
        </p:spPr>
      </p:pic>
      <p:sp>
        <p:nvSpPr>
          <p:cNvPr id="5" name="날짜 개체 틀 2">
            <a:extLst>
              <a:ext uri="{FF2B5EF4-FFF2-40B4-BE49-F238E27FC236}">
                <a16:creationId xmlns:a16="http://schemas.microsoft.com/office/drawing/2014/main" id="{E4D0E127-7567-4149-AC6B-F459D67813FB}"/>
              </a:ext>
            </a:extLst>
          </p:cNvPr>
          <p:cNvSpPr txBox="1">
            <a:spLocks/>
          </p:cNvSpPr>
          <p:nvPr userDrawn="1"/>
        </p:nvSpPr>
        <p:spPr>
          <a:xfrm>
            <a:off x="98367" y="63979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b="1" kern="1200">
                <a:solidFill>
                  <a:srgbClr val="0254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/>
              <a:t>RPM</a:t>
            </a:r>
            <a:r>
              <a:rPr lang="ko-KR" altLang="en-US" dirty="0"/>
              <a:t> 중학 수학 </a:t>
            </a:r>
            <a:r>
              <a:rPr lang="en-US" altLang="ko-KR" dirty="0"/>
              <a:t>3-2 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71C38D3-5FDC-479C-A73E-7C985C7400E0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FBD3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              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0F164A3-205F-4209-8279-09F331782E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7941" t="25664" r="23968" b="33356"/>
          <a:stretch/>
        </p:blipFill>
        <p:spPr>
          <a:xfrm>
            <a:off x="179109" y="0"/>
            <a:ext cx="1960776" cy="76517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BD76E58-513A-47D1-BC01-9A70078C50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954" t="64785" r="7980" b="9466"/>
          <a:stretch/>
        </p:blipFill>
        <p:spPr>
          <a:xfrm>
            <a:off x="2139885" y="205042"/>
            <a:ext cx="3101419" cy="480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866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그래픽, 폰트, 그래픽 디자인, 스크린샷이(가) 표시된 사진&#10;&#10;자동 생성된 설명">
            <a:extLst>
              <a:ext uri="{FF2B5EF4-FFF2-40B4-BE49-F238E27FC236}">
                <a16:creationId xmlns:a16="http://schemas.microsoft.com/office/drawing/2014/main" id="{C87C66E7-C59D-4454-A7FF-C1F0E6644E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6099" y="205042"/>
            <a:ext cx="1133475" cy="274123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6239BB56-0824-4F0E-831F-04E54F9B0FE1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FBD3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              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98E308D-5A3B-4A58-9F51-F706C2F9C8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7941" t="25664" r="23968" b="33356"/>
          <a:stretch/>
        </p:blipFill>
        <p:spPr>
          <a:xfrm>
            <a:off x="179109" y="0"/>
            <a:ext cx="1960776" cy="76517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EDB63F8-5EB3-41FE-8218-B32183BF87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954" t="64785" r="7980" b="9466"/>
          <a:stretch/>
        </p:blipFill>
        <p:spPr>
          <a:xfrm>
            <a:off x="2139885" y="205042"/>
            <a:ext cx="3101419" cy="48076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7BA2FD75-6BA0-4FD5-A770-69B482BBED1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5981" y="1016620"/>
            <a:ext cx="1913840" cy="513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915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그래픽, 폰트, 그래픽 디자인, 스크린샷이(가) 표시된 사진&#10;&#10;자동 생성된 설명">
            <a:extLst>
              <a:ext uri="{FF2B5EF4-FFF2-40B4-BE49-F238E27FC236}">
                <a16:creationId xmlns:a16="http://schemas.microsoft.com/office/drawing/2014/main" id="{3592432F-E618-4E82-976A-E5B20E8FC0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6099" y="205042"/>
            <a:ext cx="1133475" cy="274123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E4ED62D2-AC4C-4E3E-9AA3-B78F632C004E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FBD3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              </a:t>
            </a:r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CC06097C-34A5-4AB6-8B17-84E6CE96F40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7941" t="25664" r="23968" b="33356"/>
          <a:stretch/>
        </p:blipFill>
        <p:spPr>
          <a:xfrm>
            <a:off x="179109" y="0"/>
            <a:ext cx="1960776" cy="765173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15A868D0-1AAC-4009-85D5-E8D4512D5A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954" t="64785" r="7980" b="9466"/>
          <a:stretch/>
        </p:blipFill>
        <p:spPr>
          <a:xfrm>
            <a:off x="2139885" y="205042"/>
            <a:ext cx="3101419" cy="480767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A5066918-1CE5-45B1-ABFA-EBB64D3EB27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019" y="1030611"/>
            <a:ext cx="1880497" cy="533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24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41CBF46-BDDC-4A76-986E-B1A431C6E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C794A7-6FDD-434E-A096-61A41F4A26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DBA1F4-3B29-485A-AEA8-886BA8E658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6014BE-82FA-4DA9-9A16-CD555D703388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2D19B2-444D-4891-95D8-A2A51421AF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281698-4351-4BDC-A25B-6C95298ACC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31026F-C74F-4368-82D2-7786AAE4A5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4157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, 폰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FB07003-5FF3-EAA2-0707-A2FBBEF25F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" y="1051769"/>
            <a:ext cx="9433448" cy="4874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675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BC2F9-11F5-1418-5B7E-589B7DC33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도표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EA43AFB-DAFB-F2F8-05DD-9F49B39B59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993" y="1081429"/>
            <a:ext cx="9311987" cy="5417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225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2C9D6-E7AC-C698-002C-63D3C7223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A4CDDD8-3F4A-1733-C0AA-A73CD029C0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995" y="1062402"/>
            <a:ext cx="9311987" cy="3911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8177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폰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72A6E73-DC2B-9B9F-1B05-182CBE4A70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64"/>
          <a:stretch>
            <a:fillRect/>
          </a:stretch>
        </p:blipFill>
        <p:spPr>
          <a:xfrm>
            <a:off x="25522" y="707010"/>
            <a:ext cx="6073035" cy="3008026"/>
          </a:xfrm>
          <a:prstGeom prst="rect">
            <a:avLst/>
          </a:prstGeom>
        </p:spPr>
      </p:pic>
      <p:pic>
        <p:nvPicPr>
          <p:cNvPr id="7" name="그림 6" descr="텍스트, 도표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8EACF9C-1122-F1DA-5DF5-5D86759F54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6265" y="976100"/>
            <a:ext cx="5959671" cy="2615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2739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폰트, 스크린샷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77C9D8C-533C-271A-9917-51E1CAF040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16" y="788442"/>
            <a:ext cx="5983963" cy="3238952"/>
          </a:xfrm>
          <a:prstGeom prst="rect">
            <a:avLst/>
          </a:prstGeom>
        </p:spPr>
      </p:pic>
      <p:pic>
        <p:nvPicPr>
          <p:cNvPr id="7" name="그림 6" descr="텍스트, 도표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E359242-5ED0-D2DD-F8F1-0BC648B49E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3025" y="963806"/>
            <a:ext cx="6032548" cy="3101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6755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폰트, 도표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DA3FA25-BE77-B34C-B2E8-B77D12B1F2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21" y="766704"/>
            <a:ext cx="5992061" cy="3708600"/>
          </a:xfrm>
          <a:prstGeom prst="rect">
            <a:avLst/>
          </a:prstGeom>
        </p:spPr>
      </p:pic>
      <p:pic>
        <p:nvPicPr>
          <p:cNvPr id="5" name="그림 4" descr="텍스트, 폰트, 도표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6D56702-3396-7767-0687-CE02085AEB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8082" y="950007"/>
            <a:ext cx="6113522" cy="2259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395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35070DF-F5FF-3045-F3C2-DBBA244932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80"/>
          <a:stretch>
            <a:fillRect/>
          </a:stretch>
        </p:blipFill>
        <p:spPr>
          <a:xfrm>
            <a:off x="63724" y="707010"/>
            <a:ext cx="5992061" cy="3079653"/>
          </a:xfrm>
          <a:prstGeom prst="rect">
            <a:avLst/>
          </a:prstGeom>
        </p:spPr>
      </p:pic>
      <p:pic>
        <p:nvPicPr>
          <p:cNvPr id="5" name="그림 4" descr="텍스트, 폰트, 도표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8769CDA-BF3C-E626-EB79-7CA656AB26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4639" y="926077"/>
            <a:ext cx="5959671" cy="3085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1430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도표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093E38C-08AA-28D2-9F34-3B4D66D5BD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12"/>
          <a:stretch>
            <a:fillRect/>
          </a:stretch>
        </p:blipFill>
        <p:spPr>
          <a:xfrm>
            <a:off x="275683" y="716437"/>
            <a:ext cx="6016354" cy="5496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1078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D64EC62-DB36-EFF6-8C58-DDE0924D18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19" y="808661"/>
            <a:ext cx="6032548" cy="4550727"/>
          </a:xfrm>
          <a:prstGeom prst="rect">
            <a:avLst/>
          </a:prstGeom>
        </p:spPr>
      </p:pic>
      <p:pic>
        <p:nvPicPr>
          <p:cNvPr id="5" name="그림 4" descr="텍스트, 폰트, 도표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479646B-FC45-F937-4BC0-9C55958507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9594" y="949112"/>
            <a:ext cx="5959671" cy="2404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252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4FCB2EE-6FC9-9B20-AA65-12F8A6E455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35" y="774440"/>
            <a:ext cx="6016354" cy="3983911"/>
          </a:xfrm>
          <a:prstGeom prst="rect">
            <a:avLst/>
          </a:prstGeom>
        </p:spPr>
      </p:pic>
      <p:pic>
        <p:nvPicPr>
          <p:cNvPr id="5" name="그림 4" descr="텍스트, 폰트, 도표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39560C1-D511-FEE3-893C-F03A575B19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3497" y="925694"/>
            <a:ext cx="6008256" cy="2380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1616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45560DA-EE60-5C3D-82A5-C3CD10BBAA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23"/>
          <a:stretch>
            <a:fillRect/>
          </a:stretch>
        </p:blipFill>
        <p:spPr>
          <a:xfrm>
            <a:off x="266454" y="697584"/>
            <a:ext cx="5983963" cy="5621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6794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도표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F5183F2-2C36-ADC3-6A0A-06EA01B3C7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716" y="736305"/>
            <a:ext cx="6129716" cy="5587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2430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도표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65846E3-B868-7862-77F7-24B07EE6BE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69" y="818190"/>
            <a:ext cx="6000159" cy="4534532"/>
          </a:xfrm>
          <a:prstGeom prst="rect">
            <a:avLst/>
          </a:prstGeom>
        </p:spPr>
      </p:pic>
      <p:pic>
        <p:nvPicPr>
          <p:cNvPr id="5" name="그림 4" descr="텍스트, 폰트, 라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BAFBA46-8358-F924-7B1D-672ED8376B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5109" y="921826"/>
            <a:ext cx="6016354" cy="2242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4711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A89945E5E8007144A2F47A7AC84A6EF2" ma:contentTypeVersion="16" ma:contentTypeDescription="새 문서를 만듭니다." ma:contentTypeScope="" ma:versionID="f9ae829574a1e3eabbfe0afa8d75da03">
  <xsd:schema xmlns:xsd="http://www.w3.org/2001/XMLSchema" xmlns:xs="http://www.w3.org/2001/XMLSchema" xmlns:p="http://schemas.microsoft.com/office/2006/metadata/properties" xmlns:ns2="0fe316e7-7f42-4b71-ad39-2894d480b050" xmlns:ns3="6cdfeaa2-54f2-460f-8d8b-ea5b8cb9f927" targetNamespace="http://schemas.microsoft.com/office/2006/metadata/properties" ma:root="true" ma:fieldsID="74ee2529e08015f0ca138c0ebc252106" ns2:_="" ns3:_="">
    <xsd:import namespace="0fe316e7-7f42-4b71-ad39-2894d480b050"/>
    <xsd:import namespace="6cdfeaa2-54f2-460f-8d8b-ea5b8cb9f92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e316e7-7f42-4b71-ad39-2894d480b0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이미지 태그" ma:readOnly="false" ma:fieldId="{5cf76f15-5ced-4ddc-b409-7134ff3c332f}" ma:taxonomyMulti="true" ma:sspId="ab4aa6ec-403b-4c75-ba7c-643e899a85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dfeaa2-54f2-460f-8d8b-ea5b8cb9f927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e1e395c9-7788-4348-aa92-067bc258b91d}" ma:internalName="TaxCatchAll" ma:showField="CatchAllData" ma:web="6cdfeaa2-54f2-460f-8d8b-ea5b8cb9f92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fe316e7-7f42-4b71-ad39-2894d480b050">
      <Terms xmlns="http://schemas.microsoft.com/office/infopath/2007/PartnerControls"/>
    </lcf76f155ced4ddcb4097134ff3c332f>
    <TaxCatchAll xmlns="6cdfeaa2-54f2-460f-8d8b-ea5b8cb9f927" xsi:nil="true"/>
  </documentManagement>
</p:properties>
</file>

<file path=customXml/itemProps1.xml><?xml version="1.0" encoding="utf-8"?>
<ds:datastoreItem xmlns:ds="http://schemas.openxmlformats.org/officeDocument/2006/customXml" ds:itemID="{8339B356-5A98-415A-9E59-C473C709D527}"/>
</file>

<file path=customXml/itemProps2.xml><?xml version="1.0" encoding="utf-8"?>
<ds:datastoreItem xmlns:ds="http://schemas.openxmlformats.org/officeDocument/2006/customXml" ds:itemID="{300B0C95-3650-420D-AC16-89AAF646E98F}"/>
</file>

<file path=customXml/itemProps3.xml><?xml version="1.0" encoding="utf-8"?>
<ds:datastoreItem xmlns:ds="http://schemas.openxmlformats.org/officeDocument/2006/customXml" ds:itemID="{5698EAA6-FF8E-419A-BD54-D3EA7D30218E}"/>
</file>

<file path=docProps/app.xml><?xml version="1.0" encoding="utf-8"?>
<Properties xmlns="http://schemas.openxmlformats.org/officeDocument/2006/extended-properties" xmlns:vt="http://schemas.openxmlformats.org/officeDocument/2006/docPropsVTypes">
  <TotalTime>231</TotalTime>
  <Words>0</Words>
  <Application>Microsoft Office PowerPoint</Application>
  <PresentationFormat>와이드스크린</PresentationFormat>
  <Paragraphs>0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이 유림</cp:lastModifiedBy>
  <cp:revision>25</cp:revision>
  <dcterms:created xsi:type="dcterms:W3CDTF">2023-06-21T01:18:15Z</dcterms:created>
  <dcterms:modified xsi:type="dcterms:W3CDTF">2026-02-02T04:55:48Z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0x010100A89945E5E8007144A2F47A7AC84A6EF2</vt:lpwstr>
  </property>
</Properties>
</file>