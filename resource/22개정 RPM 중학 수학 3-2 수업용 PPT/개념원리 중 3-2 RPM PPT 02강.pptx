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14" r:id="rId2"/>
    <p:sldId id="315" r:id="rId3"/>
    <p:sldId id="316" r:id="rId4"/>
    <p:sldId id="317" r:id="rId5"/>
    <p:sldId id="318" r:id="rId6"/>
    <p:sldId id="319" r:id="rId7"/>
    <p:sldId id="261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327" r:id="rId16"/>
    <p:sldId id="313" r:id="rId17"/>
    <p:sldId id="328" r:id="rId18"/>
    <p:sldId id="329" r:id="rId19"/>
    <p:sldId id="330" r:id="rId20"/>
    <p:sldId id="331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날짜 개체 틀 2">
            <a:extLst>
              <a:ext uri="{FF2B5EF4-FFF2-40B4-BE49-F238E27FC236}">
                <a16:creationId xmlns:a16="http://schemas.microsoft.com/office/drawing/2014/main" id="{B9C56D7A-BE07-4B59-85E0-F40729E1EC8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pic>
        <p:nvPicPr>
          <p:cNvPr id="3" name="그림 2" descr="그래픽, 로고, 디자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188A46-36B8-972E-173A-00FA944D15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9682" b="1901"/>
          <a:stretch>
            <a:fillRect/>
          </a:stretch>
        </p:blipFill>
        <p:spPr>
          <a:xfrm>
            <a:off x="0" y="-1"/>
            <a:ext cx="948156" cy="791581"/>
          </a:xfrm>
          <a:prstGeom prst="rect">
            <a:avLst/>
          </a:prstGeom>
        </p:spPr>
      </p:pic>
      <p:pic>
        <p:nvPicPr>
          <p:cNvPr id="4" name="그림 3" descr="폰트, 텍스트, 번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E4D8F6-3DEF-6814-B7A1-068E5804472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5576" y="313822"/>
            <a:ext cx="2520667" cy="468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3653F53-2C04-4730-A2A7-CCAF1089CD6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6" name="날짜 개체 틀 2">
            <a:extLst>
              <a:ext uri="{FF2B5EF4-FFF2-40B4-BE49-F238E27FC236}">
                <a16:creationId xmlns:a16="http://schemas.microsoft.com/office/drawing/2014/main" id="{09529BA0-7FED-4965-A198-6D1C177090EE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6DEDC93-C09D-4EA9-AAA8-1273F11E9802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BEE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9AC3CCAC-7C99-412A-BD07-9DAFE6BC7E7D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E4D0E127-7567-4149-AC6B-F459D67813F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42B79-AD8E-F5DC-7498-8C3DBA59A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D7D2822-D9E4-2DD4-C12F-6F33954B7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84" y="1077746"/>
            <a:ext cx="9287695" cy="623498"/>
          </a:xfrm>
          <a:prstGeom prst="rect">
            <a:avLst/>
          </a:prstGeom>
        </p:spPr>
      </p:pic>
      <p:pic>
        <p:nvPicPr>
          <p:cNvPr id="5" name="그림 4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BDA2AE-6A88-B556-C116-1D2A253D9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45" y="4900418"/>
            <a:ext cx="4785266" cy="1545552"/>
          </a:xfrm>
          <a:prstGeom prst="rect">
            <a:avLst/>
          </a:prstGeom>
        </p:spPr>
      </p:pic>
      <p:pic>
        <p:nvPicPr>
          <p:cNvPr id="7" name="그림 6" descr="텍스트, 라인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F5A9D0-2063-CC38-F997-6674D91FB6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308" y="1706798"/>
            <a:ext cx="8522826" cy="309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230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AEDC38-535E-3FED-550B-370FE48C7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17" y="1050002"/>
            <a:ext cx="9344376" cy="362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247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6D963B-A6E9-5B2F-3EA2-AAFCABD41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58" y="1087469"/>
            <a:ext cx="9287695" cy="599206"/>
          </a:xfrm>
          <a:prstGeom prst="rect">
            <a:avLst/>
          </a:prstGeom>
        </p:spPr>
      </p:pic>
      <p:pic>
        <p:nvPicPr>
          <p:cNvPr id="5" name="그림 4" descr="텍스트, 도표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8566C9-476F-9224-BFC7-6502BA006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58" y="1907435"/>
            <a:ext cx="9263403" cy="446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748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A3C034C-0B57-2711-7DED-6D365FAF8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53" y="1016221"/>
            <a:ext cx="9336279" cy="688277"/>
          </a:xfrm>
          <a:prstGeom prst="rect">
            <a:avLst/>
          </a:prstGeom>
        </p:spPr>
      </p:pic>
      <p:pic>
        <p:nvPicPr>
          <p:cNvPr id="7" name="그림 6" descr="텍스트, 도표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096220-02CF-29FF-0B1A-41B15964BA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04"/>
          <a:stretch>
            <a:fillRect/>
          </a:stretch>
        </p:blipFill>
        <p:spPr>
          <a:xfrm>
            <a:off x="340616" y="1712330"/>
            <a:ext cx="8166446" cy="480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829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D9956C2-4831-C22A-E563-721F76449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96" y="1096817"/>
            <a:ext cx="9295792" cy="521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86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A5D6CD-DAB4-6253-B0F3-C2403A494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58" y="1072714"/>
            <a:ext cx="9303890" cy="453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793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D55A0C-CD66-5F01-CA0B-4049897FC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4" y="756295"/>
            <a:ext cx="6064938" cy="3101296"/>
          </a:xfrm>
          <a:prstGeom prst="rect">
            <a:avLst/>
          </a:prstGeom>
        </p:spPr>
      </p:pic>
      <p:pic>
        <p:nvPicPr>
          <p:cNvPr id="5" name="그림 4" descr="텍스트, 폰트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48E08F-3383-7327-BE26-443F733E5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932" y="905134"/>
            <a:ext cx="6000159" cy="342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6A9AB6-BA06-79D8-AC3C-44E2D3F01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76" y="750112"/>
            <a:ext cx="6081132" cy="487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104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D46BCE-DB22-C200-AE92-5001D8A7BA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03"/>
          <a:stretch>
            <a:fillRect/>
          </a:stretch>
        </p:blipFill>
        <p:spPr>
          <a:xfrm>
            <a:off x="73053" y="707010"/>
            <a:ext cx="6008256" cy="2500223"/>
          </a:xfrm>
          <a:prstGeom prst="rect">
            <a:avLst/>
          </a:prstGeom>
        </p:spPr>
      </p:pic>
      <p:pic>
        <p:nvPicPr>
          <p:cNvPr id="5" name="그림 4" descr="텍스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96BED8-BD25-6F2D-38F9-7592FB972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871" y="973197"/>
            <a:ext cx="5975866" cy="3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15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91E873-D4FE-4A26-7968-337DD62EBA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56"/>
          <a:stretch>
            <a:fillRect/>
          </a:stretch>
        </p:blipFill>
        <p:spPr>
          <a:xfrm>
            <a:off x="72953" y="707009"/>
            <a:ext cx="6024451" cy="3933275"/>
          </a:xfrm>
          <a:prstGeom prst="rect">
            <a:avLst/>
          </a:prstGeom>
        </p:spPr>
      </p:pic>
      <p:pic>
        <p:nvPicPr>
          <p:cNvPr id="5" name="그림 4" descr="텍스트, 라인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E79E59-A601-C54D-2C01-11F788FFC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232" y="969856"/>
            <a:ext cx="6016354" cy="209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528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라인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6F44C1-C9AD-89B2-E5DA-E54AAA18F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4" y="778137"/>
            <a:ext cx="6145911" cy="560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072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도표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2E70431-46E4-2CD9-CB32-9BD1420CAC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52" b="-1"/>
          <a:stretch>
            <a:fillRect/>
          </a:stretch>
        </p:blipFill>
        <p:spPr>
          <a:xfrm>
            <a:off x="247103" y="707010"/>
            <a:ext cx="6064938" cy="569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206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BDE12E-FCA0-039E-8C7F-3DBA036F6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06" y="763574"/>
            <a:ext cx="6032548" cy="5894893"/>
          </a:xfrm>
          <a:prstGeom prst="rect">
            <a:avLst/>
          </a:prstGeom>
        </p:spPr>
      </p:pic>
      <p:sp>
        <p:nvSpPr>
          <p:cNvPr id="4" name="날짜 개체 틀 2">
            <a:extLst>
              <a:ext uri="{FF2B5EF4-FFF2-40B4-BE49-F238E27FC236}">
                <a16:creationId xmlns:a16="http://schemas.microsoft.com/office/drawing/2014/main" id="{F388883C-7D11-84E7-787C-601994FF61C9}"/>
              </a:ext>
            </a:extLst>
          </p:cNvPr>
          <p:cNvSpPr txBox="1">
            <a:spLocks/>
          </p:cNvSpPr>
          <p:nvPr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1536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37F3BA-25F6-1954-C01F-EC5E48223C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81"/>
          <a:stretch>
            <a:fillRect/>
          </a:stretch>
        </p:blipFill>
        <p:spPr>
          <a:xfrm>
            <a:off x="58565" y="707009"/>
            <a:ext cx="6064938" cy="3089079"/>
          </a:xfrm>
          <a:prstGeom prst="rect">
            <a:avLst/>
          </a:prstGeom>
        </p:spPr>
      </p:pic>
      <p:pic>
        <p:nvPicPr>
          <p:cNvPr id="5" name="그림 4" descr="텍스트, 폰트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5857AA-D403-CE37-F14D-114E1D75C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782" y="931237"/>
            <a:ext cx="5935379" cy="301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857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도표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9CEA9A-3AD5-AE0F-2A23-0ED7AB6639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99" b="-1"/>
          <a:stretch>
            <a:fillRect/>
          </a:stretch>
        </p:blipFill>
        <p:spPr>
          <a:xfrm>
            <a:off x="228249" y="707010"/>
            <a:ext cx="6064938" cy="533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331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1E4F8-D5E7-7177-DA0C-BCAAEE3C1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EE1665-8871-661F-B27C-EC7CAAEBB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98" y="788046"/>
            <a:ext cx="6024451" cy="3303731"/>
          </a:xfrm>
          <a:prstGeom prst="rect">
            <a:avLst/>
          </a:prstGeom>
        </p:spPr>
      </p:pic>
      <p:pic>
        <p:nvPicPr>
          <p:cNvPr id="6" name="그림 5" descr="텍스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F66A5D-2A48-1099-D44A-269D2E44E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403" y="937878"/>
            <a:ext cx="5992061" cy="346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45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31A4A6-F242-8C1D-4DDD-9C3B90B65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87" y="838962"/>
            <a:ext cx="5975866" cy="2688330"/>
          </a:xfrm>
          <a:prstGeom prst="rect">
            <a:avLst/>
          </a:prstGeom>
        </p:spPr>
      </p:pic>
      <p:pic>
        <p:nvPicPr>
          <p:cNvPr id="7" name="그림 6" descr="텍스트, 폰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91CB1D-ABE8-DD27-BEC7-D9642084C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169" y="917048"/>
            <a:ext cx="5927282" cy="30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242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라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D27652-C8F6-C140-FDA4-19293B297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5" y="750937"/>
            <a:ext cx="5992061" cy="3206562"/>
          </a:xfrm>
          <a:prstGeom prst="rect">
            <a:avLst/>
          </a:prstGeom>
        </p:spPr>
      </p:pic>
      <p:pic>
        <p:nvPicPr>
          <p:cNvPr id="7" name="그림 6" descr="텍스트, 라인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51DC3D-8741-BBA4-DE33-7689902BD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977" y="948514"/>
            <a:ext cx="5951574" cy="250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478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9AEE05-EDFE-362F-BBCD-1DB7BC669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3" y="812870"/>
            <a:ext cx="5992061" cy="2332046"/>
          </a:xfrm>
          <a:prstGeom prst="rect">
            <a:avLst/>
          </a:prstGeom>
        </p:spPr>
      </p:pic>
      <p:pic>
        <p:nvPicPr>
          <p:cNvPr id="7" name="그림 6" descr="텍스트, 폰트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5205FF-B698-039F-5099-BF77E9399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642" y="907010"/>
            <a:ext cx="6024451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718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D6806F-80D9-C97E-D3F0-3BF6C9727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29" y="805578"/>
            <a:ext cx="6016354" cy="505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681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f9ae829574a1e3eabbfe0afa8d75da03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74ee2529e08015f0ca138c0ebc252106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539BD6C3-83F3-497F-918C-BB80325FF1DF}"/>
</file>

<file path=customXml/itemProps2.xml><?xml version="1.0" encoding="utf-8"?>
<ds:datastoreItem xmlns:ds="http://schemas.openxmlformats.org/officeDocument/2006/customXml" ds:itemID="{849C2F3B-3EF6-4A2F-AE7F-7991F66A5233}"/>
</file>

<file path=customXml/itemProps3.xml><?xml version="1.0" encoding="utf-8"?>
<ds:datastoreItem xmlns:ds="http://schemas.openxmlformats.org/officeDocument/2006/customXml" ds:itemID="{8C38417F-3D08-4DF2-AF5F-FCEE1D84E2BD}"/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4</Words>
  <Application>Microsoft Office PowerPoint</Application>
  <PresentationFormat>와이드스크린</PresentationFormat>
  <Paragraphs>1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22</cp:revision>
  <dcterms:created xsi:type="dcterms:W3CDTF">2023-06-21T01:18:15Z</dcterms:created>
  <dcterms:modified xsi:type="dcterms:W3CDTF">2026-02-02T01:35:36Z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