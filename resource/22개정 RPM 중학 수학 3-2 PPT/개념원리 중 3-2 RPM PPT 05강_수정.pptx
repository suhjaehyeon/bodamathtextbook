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314" r:id="rId3"/>
    <p:sldId id="315" r:id="rId4"/>
    <p:sldId id="316" r:id="rId5"/>
    <p:sldId id="261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13" r:id="rId16"/>
    <p:sldId id="328" r:id="rId17"/>
    <p:sldId id="329" r:id="rId18"/>
    <p:sldId id="33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로고, 그래픽, 폰트, 디자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9C7610B-FC5F-70CE-F560-3BA61F7A0B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321" b="1"/>
          <a:stretch>
            <a:fillRect/>
          </a:stretch>
        </p:blipFill>
        <p:spPr>
          <a:xfrm>
            <a:off x="56562" y="-1"/>
            <a:ext cx="905859" cy="791699"/>
          </a:xfrm>
          <a:prstGeom prst="rect">
            <a:avLst/>
          </a:prstGeom>
        </p:spPr>
      </p:pic>
      <p:pic>
        <p:nvPicPr>
          <p:cNvPr id="6" name="그림 5" descr="폰트, 타이포그래피, 번호, 상징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F75379F-B1AA-B67D-E79E-E88C2C1D20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267" y="334278"/>
            <a:ext cx="2474941" cy="45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폰트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2B9700E-4956-51AB-9189-8F538881C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8" y="1037520"/>
            <a:ext cx="9320084" cy="25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BE08-601D-EA24-6694-EB2989CC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5004D4B-9603-3493-7381-0969277A3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33" y="1061506"/>
            <a:ext cx="9287695" cy="405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8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E802-408B-2556-9286-DBAFD551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36E90EA-5007-4406-F13C-8C3FFE07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68" y="1066880"/>
            <a:ext cx="9279598" cy="31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1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4AFB-7F68-635C-D385-0B59007B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A7359C2-9BA7-CC5F-AFBF-2527074F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1" y="1072103"/>
            <a:ext cx="9263403" cy="54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3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C4FBEB1-4124-77FF-CC4F-0BD3D22A1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9" y="732279"/>
            <a:ext cx="5975866" cy="3174173"/>
          </a:xfrm>
          <a:prstGeom prst="rect">
            <a:avLst/>
          </a:prstGeom>
        </p:spPr>
      </p:pic>
      <p:pic>
        <p:nvPicPr>
          <p:cNvPr id="5" name="그림 4" descr="텍스트, 도표, 라인, 종이접기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EA6A347-5E84-7F91-DF51-C8BEC1488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043" y="958383"/>
            <a:ext cx="5854406" cy="549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B5604F4-1F67-0A36-4811-6797FF49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1"/>
          <a:stretch>
            <a:fillRect/>
          </a:stretch>
        </p:blipFill>
        <p:spPr>
          <a:xfrm>
            <a:off x="280345" y="716436"/>
            <a:ext cx="6024451" cy="528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3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566CCF8-CD57-DEAB-6D62-66EA18AA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7"/>
          <a:stretch>
            <a:fillRect/>
          </a:stretch>
        </p:blipFill>
        <p:spPr>
          <a:xfrm>
            <a:off x="208999" y="697583"/>
            <a:ext cx="6129716" cy="546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8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E9003DF-C444-4631-8223-64851B568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5" y="744579"/>
            <a:ext cx="5992061" cy="3473776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CE6E865-3531-8E25-19A8-5221FD8F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05" y="936577"/>
            <a:ext cx="6024451" cy="23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6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자전거 바퀴, 자전거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1386E01-2829-1703-EAAC-9D546DFF3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4" y="775036"/>
            <a:ext cx="6024451" cy="3886742"/>
          </a:xfrm>
          <a:prstGeom prst="rect">
            <a:avLst/>
          </a:prstGeom>
        </p:spPr>
      </p:pic>
      <p:pic>
        <p:nvPicPr>
          <p:cNvPr id="5" name="그림 4" descr="텍스트, 폰트, 도표, 자전거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146DC69-DA4D-0147-EAD7-DC0C55A65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125" y="992962"/>
            <a:ext cx="6016354" cy="293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3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CCFCC5C-B503-C874-E30D-FF8307EB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" y="765508"/>
            <a:ext cx="6048743" cy="3902937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6A42243-E85F-DAF8-70EC-1DFB3475E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545" y="931650"/>
            <a:ext cx="5943477" cy="217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8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5BB069E-ABC8-F5F0-5D0D-28E4E9C7B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4" y="759056"/>
            <a:ext cx="5935379" cy="4186345"/>
          </a:xfrm>
          <a:prstGeom prst="rect">
            <a:avLst/>
          </a:prstGeom>
        </p:spPr>
      </p:pic>
      <p:pic>
        <p:nvPicPr>
          <p:cNvPr id="5" name="그림 4" descr="텍스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A9D5CC8-5C6A-DDF0-C632-01457990D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83" y="970962"/>
            <a:ext cx="5647208" cy="585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01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1582B16-7DD6-F24F-341C-ECD7FE2F2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"/>
          <a:stretch>
            <a:fillRect/>
          </a:stretch>
        </p:blipFill>
        <p:spPr>
          <a:xfrm>
            <a:off x="44774" y="707010"/>
            <a:ext cx="6008256" cy="2873171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05C0E45-C436-4EBE-2A30-8BC529DBE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259" y="933314"/>
            <a:ext cx="5975866" cy="34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00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폰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5A129D3-D071-837F-FD1A-F5DDB694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12"/>
          <a:stretch>
            <a:fillRect/>
          </a:stretch>
        </p:blipFill>
        <p:spPr>
          <a:xfrm>
            <a:off x="26025" y="697584"/>
            <a:ext cx="5992061" cy="3233935"/>
          </a:xfrm>
          <a:prstGeom prst="rect">
            <a:avLst/>
          </a:prstGeom>
        </p:spPr>
      </p:pic>
      <p:pic>
        <p:nvPicPr>
          <p:cNvPr id="7" name="그림 6" descr="텍스트, 도표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4D66014-A370-47D0-022F-BEB890DC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059" y="884274"/>
            <a:ext cx="6056840" cy="261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6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CFD5B71-82BC-827A-80E0-7EA5AD3D65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7" b="-1"/>
          <a:stretch>
            <a:fillRect/>
          </a:stretch>
        </p:blipFill>
        <p:spPr>
          <a:xfrm>
            <a:off x="82478" y="707011"/>
            <a:ext cx="6008256" cy="3539169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FCD26C3-0AD2-85D9-809E-54E6A78F7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161" y="990174"/>
            <a:ext cx="5975866" cy="33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17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0447C3D-1A6C-9527-53F0-3D5691B5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5" y="782087"/>
            <a:ext cx="6008256" cy="3506166"/>
          </a:xfrm>
          <a:prstGeom prst="rect">
            <a:avLst/>
          </a:prstGeom>
        </p:spPr>
      </p:pic>
      <p:pic>
        <p:nvPicPr>
          <p:cNvPr id="6" name="그림 5" descr="텍스트, 도표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0A0D7E0-5C84-11DB-95DA-9413E58B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884" y="978968"/>
            <a:ext cx="6032548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48FCC59-9C40-5C3E-89C5-39A198DFE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" y="786552"/>
            <a:ext cx="6056840" cy="3546652"/>
          </a:xfrm>
          <a:prstGeom prst="rect">
            <a:avLst/>
          </a:prstGeom>
        </p:spPr>
      </p:pic>
      <p:pic>
        <p:nvPicPr>
          <p:cNvPr id="5" name="그림 4" descr="텍스트, 폰트, 도표, 원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B723A7A-6AB0-36DC-7CDA-FD87C461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890" y="962405"/>
            <a:ext cx="6000159" cy="25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1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D4742CE-89DC-F1AD-8947-E3F7221B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0" y="751135"/>
            <a:ext cx="6073035" cy="3174173"/>
          </a:xfrm>
          <a:prstGeom prst="rect">
            <a:avLst/>
          </a:prstGeom>
        </p:spPr>
      </p:pic>
      <p:pic>
        <p:nvPicPr>
          <p:cNvPr id="7" name="그림 6" descr="텍스트, 폰트, 도표, 화이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BF11B1C-B639-B487-338D-F3E6E0C8F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408" y="993321"/>
            <a:ext cx="6000159" cy="246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88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BC2F43B-3DB5-819C-7F11-87DA5BC4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0" y="848686"/>
            <a:ext cx="5975866" cy="2639746"/>
          </a:xfrm>
          <a:prstGeom prst="rect">
            <a:avLst/>
          </a:prstGeom>
        </p:spPr>
      </p:pic>
      <p:pic>
        <p:nvPicPr>
          <p:cNvPr id="5" name="그림 4" descr="텍스트, 폰트, 도표, 원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BCC6770-0F42-D71A-DA5B-B90C2A1AB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400" y="956634"/>
            <a:ext cx="6040646" cy="34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9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AC27285E-7E07-4766-B6C2-537E165D194C}"/>
</file>

<file path=customXml/itemProps2.xml><?xml version="1.0" encoding="utf-8"?>
<ds:datastoreItem xmlns:ds="http://schemas.openxmlformats.org/officeDocument/2006/customXml" ds:itemID="{B9C45246-7CD7-4DED-A339-A38367C9ED47}"/>
</file>

<file path=customXml/itemProps3.xml><?xml version="1.0" encoding="utf-8"?>
<ds:datastoreItem xmlns:ds="http://schemas.openxmlformats.org/officeDocument/2006/customXml" ds:itemID="{EC4DA0E7-AAB1-485E-83DB-B4E0855937E7}"/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0</Words>
  <Application>Microsoft Office PowerPoint</Application>
  <PresentationFormat>와이드스크린</PresentationFormat>
  <Paragraphs>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21</cp:revision>
  <dcterms:created xsi:type="dcterms:W3CDTF">2023-06-21T01:18:15Z</dcterms:created>
  <dcterms:modified xsi:type="dcterms:W3CDTF">2026-02-02T05:53:47Z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