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19" r:id="rId2"/>
    <p:sldId id="320" r:id="rId3"/>
    <p:sldId id="258" r:id="rId4"/>
    <p:sldId id="315" r:id="rId5"/>
    <p:sldId id="318" r:id="rId6"/>
    <p:sldId id="316" r:id="rId7"/>
    <p:sldId id="317" r:id="rId8"/>
    <p:sldId id="321" r:id="rId9"/>
    <p:sldId id="261" r:id="rId10"/>
    <p:sldId id="313" r:id="rId11"/>
    <p:sldId id="322" r:id="rId12"/>
    <p:sldId id="323" r:id="rId13"/>
    <p:sldId id="324" r:id="rId14"/>
    <p:sldId id="326" r:id="rId15"/>
    <p:sldId id="325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3" name="그림 2" descr="로고, 그래픽, 클립아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AA2EBB-974D-9640-5585-22966A608F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7980"/>
          <a:stretch>
            <a:fillRect/>
          </a:stretch>
        </p:blipFill>
        <p:spPr>
          <a:xfrm>
            <a:off x="54469" y="0"/>
            <a:ext cx="927007" cy="810870"/>
          </a:xfrm>
          <a:prstGeom prst="rect">
            <a:avLst/>
          </a:prstGeom>
        </p:spPr>
      </p:pic>
      <p:pic>
        <p:nvPicPr>
          <p:cNvPr id="6" name="그림 5" descr="폰트, 번호, 상징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AA5FCD-00C9-98FC-D87B-84CB602933E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6518" y="273111"/>
            <a:ext cx="1720455" cy="53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00DFD-335A-763E-6471-55346EA8F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23FB805-7D7F-50C0-9EBB-419C07ABCC6A}"/>
              </a:ext>
            </a:extLst>
          </p:cNvPr>
          <p:cNvSpPr txBox="1">
            <a:spLocks/>
          </p:cNvSpPr>
          <p:nvPr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6" name="그림 5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7A38A7-48E3-8143-0EC6-C6D5EB69E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05" y="1056671"/>
            <a:ext cx="9320084" cy="254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74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C43C-558E-B1FA-155B-F6E5EC51F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DFBBD2-A7ED-AEC1-C924-99D8C615B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84" y="1063854"/>
            <a:ext cx="9255306" cy="607304"/>
          </a:xfrm>
          <a:prstGeom prst="rect">
            <a:avLst/>
          </a:prstGeom>
        </p:spPr>
      </p:pic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258DFE82-6BF3-03A5-540B-0C1062BC5EE4}"/>
              </a:ext>
            </a:extLst>
          </p:cNvPr>
          <p:cNvSpPr txBox="1">
            <a:spLocks/>
          </p:cNvSpPr>
          <p:nvPr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3" name="그림 2" descr="텍스트, 폰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62C90E-9D90-485F-99CD-1D20F4213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38" y="1850287"/>
            <a:ext cx="9328182" cy="378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810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ED5DEE-7DE8-DF3A-2091-0A2215576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34" y="1019804"/>
            <a:ext cx="9384864" cy="547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80EAC-C3D8-A0DA-073E-8381EF785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C050076-C0E9-CF45-EBD0-099ACAB2B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95" y="1077944"/>
            <a:ext cx="9279598" cy="615401"/>
          </a:xfrm>
          <a:prstGeom prst="rect">
            <a:avLst/>
          </a:prstGeom>
        </p:spPr>
      </p:pic>
      <p:pic>
        <p:nvPicPr>
          <p:cNvPr id="7" name="그림 6" descr="텍스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723B5C-06E7-4563-302E-7C1917E89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45" y="1798588"/>
            <a:ext cx="9158137" cy="339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64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EF38C-6674-E375-61C2-E1E0F6F5D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F1D4AB-4EC6-86D8-0141-87AECCEE3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68" y="1066354"/>
            <a:ext cx="9311987" cy="480174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C4A1FF1-2761-8452-2A66-4E5A0DBF9423}"/>
              </a:ext>
            </a:extLst>
          </p:cNvPr>
          <p:cNvSpPr/>
          <p:nvPr/>
        </p:nvSpPr>
        <p:spPr>
          <a:xfrm>
            <a:off x="263949" y="4722829"/>
            <a:ext cx="5938887" cy="10935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552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F8471-6316-0AA7-7C4D-3B36FF39F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F49F03-B26D-D381-60C5-55F730E1C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20" y="1087469"/>
            <a:ext cx="9263403" cy="599206"/>
          </a:xfrm>
          <a:prstGeom prst="rect">
            <a:avLst/>
          </a:prstGeom>
        </p:spPr>
      </p:pic>
      <p:pic>
        <p:nvPicPr>
          <p:cNvPr id="5" name="그림 4" descr="텍스트, 폰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050188-C5A6-F378-69D9-FC9FDF0AD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3" y="1873022"/>
            <a:ext cx="9328182" cy="315797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A533FE5-504A-C593-7DC4-4160361E1A3D}"/>
              </a:ext>
            </a:extLst>
          </p:cNvPr>
          <p:cNvSpPr/>
          <p:nvPr/>
        </p:nvSpPr>
        <p:spPr>
          <a:xfrm>
            <a:off x="8031637" y="1791093"/>
            <a:ext cx="1520486" cy="490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118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99DBD-CFCF-71CE-25BE-C4F45F711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34439B-2C2E-00FC-8F5A-5B87B3006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16" y="1049778"/>
            <a:ext cx="9344376" cy="519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3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3B3928-5E34-8ADF-2B2E-B28739EF4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53" y="1055349"/>
            <a:ext cx="9336279" cy="429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251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10D35E-A8AE-570B-2C9A-F90C654F29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90"/>
          <a:stretch>
            <a:fillRect/>
          </a:stretch>
        </p:blipFill>
        <p:spPr>
          <a:xfrm>
            <a:off x="77715" y="725864"/>
            <a:ext cx="6016354" cy="2818796"/>
          </a:xfrm>
          <a:prstGeom prst="rect">
            <a:avLst/>
          </a:prstGeom>
        </p:spPr>
      </p:pic>
      <p:pic>
        <p:nvPicPr>
          <p:cNvPr id="8" name="그림 7" descr="텍스트, 폰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C78BE1-F357-71DB-9862-BCD1EE381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312" y="945029"/>
            <a:ext cx="5943477" cy="306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4F8-D5E7-7177-DA0C-BCAAEE3C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207678-6075-C93E-483E-43880BBE9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8" y="803928"/>
            <a:ext cx="5959671" cy="3020323"/>
          </a:xfrm>
          <a:prstGeom prst="rect">
            <a:avLst/>
          </a:prstGeom>
        </p:spPr>
      </p:pic>
      <p:pic>
        <p:nvPicPr>
          <p:cNvPr id="6" name="그림 5" descr="텍스트, 폰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6B02B9-338A-52EE-5484-8D1B78F31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498" y="907010"/>
            <a:ext cx="5983963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5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041611-7AD9-2D38-D668-65E5DB3B5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6" y="806202"/>
            <a:ext cx="6016354" cy="3417094"/>
          </a:xfrm>
          <a:prstGeom prst="rect">
            <a:avLst/>
          </a:prstGeom>
        </p:spPr>
      </p:pic>
      <p:pic>
        <p:nvPicPr>
          <p:cNvPr id="5" name="그림 4" descr="텍스트, 폰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468CE0-49E2-6B8F-2425-9B62E9544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022" y="926175"/>
            <a:ext cx="5967769" cy="306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67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9D2A2B-FBFC-A775-D22F-0865CA3B67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9"/>
          <a:stretch>
            <a:fillRect/>
          </a:stretch>
        </p:blipFill>
        <p:spPr>
          <a:xfrm>
            <a:off x="30683" y="697584"/>
            <a:ext cx="6000159" cy="3407076"/>
          </a:xfrm>
          <a:prstGeom prst="rect">
            <a:avLst/>
          </a:prstGeom>
        </p:spPr>
      </p:pic>
      <p:pic>
        <p:nvPicPr>
          <p:cNvPr id="5" name="그림 4" descr="텍스트, 폰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B8F781-2D37-ABFC-3071-032F98EBD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490" y="941483"/>
            <a:ext cx="6032548" cy="306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27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912E8E-DBD5-66E4-358F-D79214833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00" y="799652"/>
            <a:ext cx="6016354" cy="563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023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320A94-7D4A-C0D0-4C69-A2049D7337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9"/>
          <a:stretch>
            <a:fillRect/>
          </a:stretch>
        </p:blipFill>
        <p:spPr>
          <a:xfrm>
            <a:off x="35148" y="707010"/>
            <a:ext cx="6040646" cy="4076984"/>
          </a:xfrm>
          <a:prstGeom prst="rect">
            <a:avLst/>
          </a:prstGeom>
        </p:spPr>
      </p:pic>
      <p:pic>
        <p:nvPicPr>
          <p:cNvPr id="7" name="그림 6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D5268F-121D-9455-04F8-3A315A820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40" y="959334"/>
            <a:ext cx="6081132" cy="227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33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41C0B4-5ECA-12C4-FA55-B58DF3CC5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8" y="781803"/>
            <a:ext cx="6016354" cy="2785498"/>
          </a:xfrm>
          <a:prstGeom prst="rect">
            <a:avLst/>
          </a:prstGeom>
        </p:spPr>
      </p:pic>
      <p:pic>
        <p:nvPicPr>
          <p:cNvPr id="7" name="그림 6" descr="텍스트, 폰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73B882-5940-F425-855A-0ABE25F3F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353" y="978273"/>
            <a:ext cx="5983963" cy="302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49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4F1D58-EA2C-51D7-881D-43575A3A9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4" y="817903"/>
            <a:ext cx="5992061" cy="3813866"/>
          </a:xfrm>
          <a:prstGeom prst="rect">
            <a:avLst/>
          </a:prstGeom>
        </p:spPr>
      </p:pic>
      <p:pic>
        <p:nvPicPr>
          <p:cNvPr id="5" name="그림 4" descr="텍스트, 폰트, 스크린샷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D1781A-C578-B6F5-E9BB-63CBBE5A1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642" y="959667"/>
            <a:ext cx="6024451" cy="347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795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0B78C6-9007-BE7D-FE99-43C3D22A6E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14"/>
          <a:stretch>
            <a:fillRect/>
          </a:stretch>
        </p:blipFill>
        <p:spPr>
          <a:xfrm>
            <a:off x="101832" y="697584"/>
            <a:ext cx="5927282" cy="3581363"/>
          </a:xfrm>
          <a:prstGeom prst="rect">
            <a:avLst/>
          </a:prstGeom>
        </p:spPr>
      </p:pic>
      <p:pic>
        <p:nvPicPr>
          <p:cNvPr id="5" name="그림 4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FF9BE7-0D04-1AE6-685B-AABDB32B2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355" y="968617"/>
            <a:ext cx="6008256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4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A99F55-3C65-4ECE-A224-1EAFCB8FE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1" y="815417"/>
            <a:ext cx="6000159" cy="4218735"/>
          </a:xfrm>
          <a:prstGeom prst="rect">
            <a:avLst/>
          </a:prstGeom>
        </p:spPr>
      </p:pic>
      <p:pic>
        <p:nvPicPr>
          <p:cNvPr id="5" name="그림 4" descr="텍스트, 폰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D0E27B-9CD8-5434-1434-B27C48986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976" y="909596"/>
            <a:ext cx="5951574" cy="346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924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64F560-DD83-EAF7-09E7-C9924F81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9" y="838948"/>
            <a:ext cx="6040646" cy="3457582"/>
          </a:xfrm>
          <a:prstGeom prst="rect">
            <a:avLst/>
          </a:prstGeom>
        </p:spPr>
      </p:pic>
      <p:pic>
        <p:nvPicPr>
          <p:cNvPr id="7" name="그림 6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D62D5E-DC1B-77CD-0238-3A88A8DF0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795" y="943452"/>
            <a:ext cx="6016354" cy="255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55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E0B236-2ACB-69BC-1518-BC31136E96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4"/>
          <a:stretch>
            <a:fillRect/>
          </a:stretch>
        </p:blipFill>
        <p:spPr>
          <a:xfrm>
            <a:off x="228052" y="697584"/>
            <a:ext cx="6097327" cy="564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180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454C76-684E-C166-AF85-21A2AB647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93" y="816780"/>
            <a:ext cx="6056840" cy="553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59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3476FFE-E7C8-758B-3010-D9CAD4D627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3"/>
          <a:stretch>
            <a:fillRect/>
          </a:stretch>
        </p:blipFill>
        <p:spPr>
          <a:xfrm>
            <a:off x="68291" y="697583"/>
            <a:ext cx="6016354" cy="2920881"/>
          </a:xfrm>
          <a:prstGeom prst="rect">
            <a:avLst/>
          </a:prstGeom>
        </p:spPr>
      </p:pic>
      <p:pic>
        <p:nvPicPr>
          <p:cNvPr id="7" name="그림 6" descr="텍스트, 폰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58E048-DF56-C766-E84C-B2AD44657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499" y="945030"/>
            <a:ext cx="5959671" cy="306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58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00C407-54CD-D240-11F7-807550BB5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7" y="814251"/>
            <a:ext cx="6016354" cy="2874570"/>
          </a:xfrm>
          <a:prstGeom prst="rect">
            <a:avLst/>
          </a:prstGeom>
        </p:spPr>
      </p:pic>
      <p:pic>
        <p:nvPicPr>
          <p:cNvPr id="7" name="그림 6" descr="텍스트, 폰트, 도표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B4CAD5-956F-91F6-3F68-A88B531F4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355" y="959918"/>
            <a:ext cx="6008256" cy="294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6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9EDD20-B026-36A7-C1CA-84FC0D5DF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3" y="817905"/>
            <a:ext cx="6016354" cy="3813866"/>
          </a:xfrm>
          <a:prstGeom prst="rect">
            <a:avLst/>
          </a:prstGeom>
        </p:spPr>
      </p:pic>
      <p:pic>
        <p:nvPicPr>
          <p:cNvPr id="5" name="그림 4" descr="텍스트, 도표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FB1D8C-05D8-AD88-60AE-F094CFCA8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497" y="960509"/>
            <a:ext cx="5992061" cy="25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64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f9ae829574a1e3eabbfe0afa8d75da03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74ee2529e08015f0ca138c0ebc252106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6370E7C9-42FA-49B6-B929-D980D64F65D5}"/>
</file>

<file path=customXml/itemProps2.xml><?xml version="1.0" encoding="utf-8"?>
<ds:datastoreItem xmlns:ds="http://schemas.openxmlformats.org/officeDocument/2006/customXml" ds:itemID="{F369415F-2B1D-4B14-A6A2-C7D03DC0A31D}"/>
</file>

<file path=customXml/itemProps3.xml><?xml version="1.0" encoding="utf-8"?>
<ds:datastoreItem xmlns:ds="http://schemas.openxmlformats.org/officeDocument/2006/customXml" ds:itemID="{902E610E-40E3-469E-9361-AE8EC7A604AE}"/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8</Words>
  <Application>Microsoft Office PowerPoint</Application>
  <PresentationFormat>와이드스크린</PresentationFormat>
  <Paragraphs>2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22</cp:revision>
  <dcterms:created xsi:type="dcterms:W3CDTF">2023-06-21T01:18:15Z</dcterms:created>
  <dcterms:modified xsi:type="dcterms:W3CDTF">2026-02-02T02:20:15Z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