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6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?>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2"/>
  </p:notesMasterIdLst>
  <p:sldIdLst>
    <p:sldId id="258" r:id="rId2"/>
    <p:sldId id="264" r:id="rId3"/>
    <p:sldId id="290" r:id="rId4"/>
    <p:sldId id="282" r:id="rId5"/>
    <p:sldId id="291" r:id="rId6"/>
    <p:sldId id="283" r:id="rId7"/>
    <p:sldId id="284" r:id="rId8"/>
    <p:sldId id="293" r:id="rId9"/>
    <p:sldId id="292" r:id="rId10"/>
    <p:sldId id="261" r:id="rId11"/>
    <p:sldId id="281" r:id="rId12"/>
    <p:sldId id="285" r:id="rId13"/>
    <p:sldId id="286" r:id="rId14"/>
    <p:sldId id="287" r:id="rId15"/>
    <p:sldId id="288" r:id="rId16"/>
    <p:sldId id="289" r:id="rId17"/>
    <p:sldId id="294" r:id="rId18"/>
    <p:sldId id="295" r:id="rId19"/>
    <p:sldId id="296" r:id="rId20"/>
    <p:sldId id="297" r:id="rId21"/>
    <p:sldId id="298" r:id="rId22"/>
    <p:sldId id="299" r:id="rId23"/>
    <p:sldId id="300" r:id="rId24"/>
    <p:sldId id="301" r:id="rId25"/>
    <p:sldId id="302" r:id="rId26"/>
    <p:sldId id="303" r:id="rId27"/>
    <p:sldId id="304" r:id="rId28"/>
    <p:sldId id="305" r:id="rId29"/>
    <p:sldId id="306" r:id="rId30"/>
    <p:sldId id="307" r:id="rId31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BD3D2"/>
    <a:srgbClr val="BEE7FB"/>
    <a:srgbClr val="FFEBBB"/>
    <a:srgbClr val="A1D06E"/>
    <a:srgbClr val="ADBF82"/>
    <a:srgbClr val="B6A9D2"/>
    <a:srgbClr val="FFFFFF"/>
    <a:srgbClr val="02545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10" autoAdjust="0"/>
    <p:restoredTop sz="94660"/>
  </p:normalViewPr>
  <p:slideViewPr>
    <p:cSldViewPr snapToGrid="0">
      <p:cViewPr varScale="1">
        <p:scale>
          <a:sx n="102" d="100"/>
          <a:sy n="102" d="100"/>
        </p:scale>
        <p:origin x="126" y="2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7" d="100"/>
          <a:sy n="87" d="100"/>
        </p:scale>
        <p:origin x="3060" y="84"/>
      </p:cViewPr>
      <p:guideLst/>
    </p:cSldViewPr>
  </p:notesViewPr>
  <p:gridSpacing cx="72008" cy="72008"/>
</p:viewPr>
</file>

<file path=ppt/_rels/presentation.xml.rels><?xml version="1.0" encoding="UTF-8"?>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customXml" Target="../customXml/item3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38" Type="http://schemas.openxmlformats.org/officeDocument/2006/relationships/customXml" Target="../customXml/item2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openxmlformats.org/officeDocument/2006/relationships/customXml" Target="../customXml/item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8DBB06-AE4E-4156-BDA8-B1077C81DC06}" type="datetimeFigureOut">
              <a:rPr lang="ko-KR" altLang="en-US" smtClean="0"/>
              <a:t>2025-05-16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79699E1-ED83-48A2-831C-01FFF56F20C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60785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?>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?>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?>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?>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?>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6.xml.rels><?xml version="1.0" encoding="UTF-8"?>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>
            <a:extLst>
              <a:ext uri="{FF2B5EF4-FFF2-40B4-BE49-F238E27FC236}">
                <a16:creationId xmlns:a16="http://schemas.microsoft.com/office/drawing/2014/main" id="{81AF93E0-6225-4664-B06F-87179220BD70}"/>
              </a:ext>
            </a:extLst>
          </p:cNvPr>
          <p:cNvSpPr/>
          <p:nvPr userDrawn="1"/>
        </p:nvSpPr>
        <p:spPr>
          <a:xfrm>
            <a:off x="0" y="-1"/>
            <a:ext cx="12191999" cy="814108"/>
          </a:xfrm>
          <a:prstGeom prst="rect">
            <a:avLst/>
          </a:prstGeom>
          <a:solidFill>
            <a:srgbClr val="FFEBB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 xml:space="preserve">               </a:t>
            </a:r>
            <a:endParaRPr lang="ko-KR" altLang="en-US" dirty="0"/>
          </a:p>
        </p:txBody>
      </p:sp>
      <p:pic>
        <p:nvPicPr>
          <p:cNvPr id="7" name="그림 6" descr="그래픽, 폰트, 그래픽 디자인, 스크린샷이(가) 표시된 사진  자동 생성된 설명">
            <a:extLst>
              <a:ext uri="{FF2B5EF4-FFF2-40B4-BE49-F238E27FC236}">
                <a16:creationId xmlns:a16="http://schemas.microsoft.com/office/drawing/2014/main" id="{AFEAA3AD-A1B2-40C9-A627-123A88D5C62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06021" y="205042"/>
            <a:ext cx="1233553" cy="274123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CDD95EAF-EB1A-FD0A-1DFD-0700A3A6EEC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t="8700" b="2740"/>
          <a:stretch/>
        </p:blipFill>
        <p:spPr>
          <a:xfrm>
            <a:off x="40880" y="9427"/>
            <a:ext cx="888188" cy="791580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413F3C00-F002-6DE7-456C-7B6C6E45D9F8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968641" y="298326"/>
            <a:ext cx="3822523" cy="512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31397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>
            <a:extLst>
              <a:ext uri="{FF2B5EF4-FFF2-40B4-BE49-F238E27FC236}">
                <a16:creationId xmlns:a16="http://schemas.microsoft.com/office/drawing/2014/main" id="{824D0AFA-5BCF-4FF6-AB6D-E1D19BF62B3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15306" t="6212" r="24642" b="40359"/>
          <a:stretch/>
        </p:blipFill>
        <p:spPr>
          <a:xfrm>
            <a:off x="122550" y="-1603"/>
            <a:ext cx="1945064" cy="723817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C155421F-4B0D-4FFE-8B18-2B0BAB1FBEE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3470" t="59444" r="6889" b="6077"/>
          <a:stretch/>
        </p:blipFill>
        <p:spPr>
          <a:xfrm>
            <a:off x="2020478" y="176761"/>
            <a:ext cx="2903455" cy="471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76931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03E6983B-DA29-44CB-9636-A0B50D6ECEE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33847" t="61280" r="30387"/>
          <a:stretch/>
        </p:blipFill>
        <p:spPr>
          <a:xfrm>
            <a:off x="2073894" y="169682"/>
            <a:ext cx="1838226" cy="603090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72AFF027-F5CC-41A2-B724-20BE87315A9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33847" t="16547" r="35156" b="36851"/>
          <a:stretch/>
        </p:blipFill>
        <p:spPr>
          <a:xfrm>
            <a:off x="405348" y="-1"/>
            <a:ext cx="1593130" cy="7258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05509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 descr="그래픽, 폰트, 그래픽 디자인, 스크린샷이(가) 표시된 사진  자동 생성된 설명">
            <a:extLst>
              <a:ext uri="{FF2B5EF4-FFF2-40B4-BE49-F238E27FC236}">
                <a16:creationId xmlns:a16="http://schemas.microsoft.com/office/drawing/2014/main" id="{AFEAA3AD-A1B2-40C9-A627-123A88D5C62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06021" y="205042"/>
            <a:ext cx="1233553" cy="274123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371C38D3-5FDC-479C-A73E-7C985C7400E0}"/>
              </a:ext>
            </a:extLst>
          </p:cNvPr>
          <p:cNvSpPr/>
          <p:nvPr userDrawn="1"/>
        </p:nvSpPr>
        <p:spPr>
          <a:xfrm>
            <a:off x="0" y="-1"/>
            <a:ext cx="12191999" cy="169683"/>
          </a:xfrm>
          <a:prstGeom prst="rect">
            <a:avLst/>
          </a:prstGeom>
          <a:solidFill>
            <a:srgbClr val="FBD3D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 xml:space="preserve">               </a:t>
            </a:r>
            <a:endParaRPr lang="ko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10F164A3-205F-4209-8279-09F331782E3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27941" t="25664" r="23968" b="33356"/>
          <a:stretch/>
        </p:blipFill>
        <p:spPr>
          <a:xfrm>
            <a:off x="179109" y="0"/>
            <a:ext cx="1960776" cy="765173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9BD76E58-513A-47D1-BC01-9A70078C509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15954" t="64785" r="7980" b="9466"/>
          <a:stretch/>
        </p:blipFill>
        <p:spPr>
          <a:xfrm>
            <a:off x="2139885" y="205042"/>
            <a:ext cx="3101419" cy="4807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28665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제목 슬라이드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 descr="그래픽, 폰트, 그래픽 디자인, 스크린샷이(가) 표시된 사진  자동 생성된 설명">
            <a:extLst>
              <a:ext uri="{FF2B5EF4-FFF2-40B4-BE49-F238E27FC236}">
                <a16:creationId xmlns:a16="http://schemas.microsoft.com/office/drawing/2014/main" id="{C87C66E7-C59D-4454-A7FF-C1F0E6644E1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06021" y="205042"/>
            <a:ext cx="1233553" cy="274123"/>
          </a:xfrm>
          <a:prstGeom prst="rect">
            <a:avLst/>
          </a:prstGeom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6239BB56-0824-4F0E-831F-04E54F9B0FE1}"/>
              </a:ext>
            </a:extLst>
          </p:cNvPr>
          <p:cNvSpPr/>
          <p:nvPr userDrawn="1"/>
        </p:nvSpPr>
        <p:spPr>
          <a:xfrm>
            <a:off x="0" y="-1"/>
            <a:ext cx="12191999" cy="169683"/>
          </a:xfrm>
          <a:prstGeom prst="rect">
            <a:avLst/>
          </a:prstGeom>
          <a:solidFill>
            <a:srgbClr val="FBD3D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 xml:space="preserve">               </a:t>
            </a:r>
            <a:endParaRPr lang="ko-KR" altLang="en-US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898E308D-5A3B-4A58-9F51-F706C2F9C8C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27941" t="25664" r="23968" b="33356"/>
          <a:stretch/>
        </p:blipFill>
        <p:spPr>
          <a:xfrm>
            <a:off x="179109" y="0"/>
            <a:ext cx="1960776" cy="765173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FEDB63F8-5EB3-41FE-8218-B32183BF87B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15954" t="64785" r="7980" b="9466"/>
          <a:stretch/>
        </p:blipFill>
        <p:spPr>
          <a:xfrm>
            <a:off x="2139885" y="205042"/>
            <a:ext cx="3101419" cy="480767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7BA2FD75-6BA0-4FD5-A770-69B482BBED1B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75981" y="1016620"/>
            <a:ext cx="1913840" cy="5134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09158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제목 슬라이드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림 9" descr="그래픽, 폰트, 그래픽 디자인, 스크린샷이(가) 표시된 사진  자동 생성된 설명">
            <a:extLst>
              <a:ext uri="{FF2B5EF4-FFF2-40B4-BE49-F238E27FC236}">
                <a16:creationId xmlns:a16="http://schemas.microsoft.com/office/drawing/2014/main" id="{3592432F-E618-4E82-976A-E5B20E8FC04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06021" y="205042"/>
            <a:ext cx="1233553" cy="274123"/>
          </a:xfrm>
          <a:prstGeom prst="rect">
            <a:avLst/>
          </a:prstGeom>
        </p:spPr>
      </p:pic>
      <p:sp>
        <p:nvSpPr>
          <p:cNvPr id="11" name="직사각형 10">
            <a:extLst>
              <a:ext uri="{FF2B5EF4-FFF2-40B4-BE49-F238E27FC236}">
                <a16:creationId xmlns:a16="http://schemas.microsoft.com/office/drawing/2014/main" id="{E4ED62D2-AC4C-4E3E-9AA3-B78F632C004E}"/>
              </a:ext>
            </a:extLst>
          </p:cNvPr>
          <p:cNvSpPr/>
          <p:nvPr userDrawn="1"/>
        </p:nvSpPr>
        <p:spPr>
          <a:xfrm>
            <a:off x="0" y="-1"/>
            <a:ext cx="12191999" cy="169683"/>
          </a:xfrm>
          <a:prstGeom prst="rect">
            <a:avLst/>
          </a:prstGeom>
          <a:solidFill>
            <a:srgbClr val="FBD3D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 xml:space="preserve">               </a:t>
            </a:r>
            <a:endParaRPr lang="ko-KR" altLang="en-US" dirty="0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CC06097C-34A5-4AB6-8B17-84E6CE96F40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27941" t="25664" r="23968" b="33356"/>
          <a:stretch/>
        </p:blipFill>
        <p:spPr>
          <a:xfrm>
            <a:off x="179109" y="0"/>
            <a:ext cx="1960776" cy="765173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15A868D0-1AAC-4009-85D5-E8D4512D5A4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15954" t="64785" r="7980" b="9466"/>
          <a:stretch/>
        </p:blipFill>
        <p:spPr>
          <a:xfrm>
            <a:off x="2139885" y="205042"/>
            <a:ext cx="3101419" cy="480767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A5066918-1CE5-45B1-ABFA-EBB64D3EB27C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73019" y="1030611"/>
            <a:ext cx="1880497" cy="533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0024336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041CBF46-BDDC-4A76-986E-B1A431C6ED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5C794A7-6FDD-434E-A096-61A41F4A26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7DBA1F4-3B29-485A-AEA8-886BA8E658B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6014BE-82FA-4DA9-9A16-CD555D703388}" type="datetimeFigureOut">
              <a:rPr lang="ko-KR" altLang="en-US" smtClean="0"/>
              <a:t>2025-05-16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12D19B2-444D-4891-95D8-A2A51421AF8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E281698-4351-4BDC-A25B-6C95298ACC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31026F-C74F-4368-82D2-7786AAE4A59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941574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?>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2.xml.rels><?xml version="1.0" encoding="UTF-8"?>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3.xml.rels><?xml version="1.0" encoding="UTF-8"?>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4.xml.rels><?xml version="1.0" encoding="UTF-8"?>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5.xml.rels><?xml version="1.0" encoding="UTF-8"?>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6.xml.rels><?xml version="1.0" encoding="UTF-8"?>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7.xml.rels><?xml version="1.0" encoding="UTF-8"?>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8.xml.rels><?xml version="1.0" encoding="UTF-8"?>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9.xml.rels><?xml version="1.0" encoding="UTF-8"?>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10.xml.rels><?xml version="1.0" encoding="UTF-8"?>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3.xml"/></Relationships>
</file>

<file path=ppt/slides/_rels/slide11.xml.rels><?xml version="1.0" encoding="UTF-8"?>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.xml"/></Relationships>
</file>

<file path=ppt/slides/_rels/slide12.xml.rels><?xml version="1.0" encoding="UTF-8"?>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3.xml"/></Relationships>
</file>

<file path=ppt/slides/_rels/slide13.xml.rels><?xml version="1.0" encoding="UTF-8"?>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3.xml"/></Relationships>
</file>

<file path=ppt/slides/_rels/slide14.xml.rels><?xml version="1.0" encoding="UTF-8"?>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3.xml"/></Relationships>
</file>

<file path=ppt/slides/_rels/slide15.xml.rels><?xml version="1.0" encoding="UTF-8"?>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3.xml"/></Relationships>
</file>

<file path=ppt/slides/_rels/slide16.xml.rels><?xml version="1.0" encoding="UTF-8"?>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3.xml"/></Relationships>
</file>

<file path=ppt/slides/_rels/slide17.xml.rels><?xml version="1.0" encoding="UTF-8"?>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3.xml"/></Relationships>
</file>

<file path=ppt/slides/_rels/slide18.xml.rels><?xml version="1.0" encoding="UTF-8"?>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3.xml"/></Relationships>
</file>

<file path=ppt/slides/_rels/slide19.xml.rels><?xml version="1.0" encoding="UTF-8"?>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3.xml"/></Relationships>
</file>

<file path=ppt/slides/_rels/slide20.xml.rels><?xml version="1.0" encoding="UTF-8"?>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3.xml"/></Relationships>
</file>

<file path=ppt/slides/_rels/slide21.xml.rels><?xml version="1.0" encoding="UTF-8"?>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3.xml"/></Relationships>
</file>

<file path=ppt/slides/_rels/slide22.xml.rels><?xml version="1.0" encoding="UTF-8"?>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3.xml"/></Relationships>
</file>

<file path=ppt/slides/_rels/slide23.xml.rels><?xml version="1.0" encoding="UTF-8"?>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3.xml"/></Relationships>
</file>

<file path=ppt/slides/_rels/slide24.xml.rels><?xml version="1.0" encoding="UTF-8"?>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3.xml"/></Relationships>
</file>

<file path=ppt/slides/_rels/slide25.xml.rels><?xml version="1.0" encoding="UTF-8"?>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3.xml"/></Relationships>
</file>

<file path=ppt/slides/_rels/slide26.xml.rels><?xml version="1.0" encoding="UTF-8"?>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3.xml"/></Relationships>
</file>

<file path=ppt/slides/_rels/slide27.xml.rels><?xml version="1.0" encoding="UTF-8"?>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3.xml"/></Relationships>
</file>

<file path=ppt/slides/_rels/slide28.xml.rels><?xml version="1.0" encoding="UTF-8"?>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3.xml"/></Relationships>
</file>

<file path=ppt/slides/_rels/slide29.xml.rels><?xml version="1.0" encoding="UTF-8"?>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3.xml"/></Relationships>
</file>

<file path=ppt/slides/_rels/slide30.xml.rels><?xml version="1.0" encoding="UTF-8"?>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9B9CBBB8-91AE-1DBE-66D8-0EA1BCE3D8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581" y="1211941"/>
            <a:ext cx="9262912" cy="595936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7DC670DF-D250-FA39-F7A1-F3720DD2D3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7296" y="1878789"/>
            <a:ext cx="8906647" cy="25392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16755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D019D5-3CAA-D746-BA06-507B649C2F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A767B304-EA0F-EADC-4404-3EFEB6620D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534" y="1183265"/>
            <a:ext cx="9275868" cy="660711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13554EA8-C7A6-E91E-BCCE-2BA8B0D918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4316" y="1881684"/>
            <a:ext cx="9347121" cy="3614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16728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00300D-397A-DD14-51A2-AD64458BE5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6EDDA441-8FA5-607F-8461-EEAF4FC422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534" y="1183265"/>
            <a:ext cx="9275868" cy="660711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19E8BFE9-B8F8-A22A-B44E-CF5F9B4996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242" y="1929662"/>
            <a:ext cx="9340643" cy="16193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8202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3085C8-6F76-8742-E51A-281242CAEE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D1821C0E-CC54-D47B-6537-EF7514326C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250" y="1192891"/>
            <a:ext cx="9237003" cy="628323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2431FC39-3F24-79A0-56DD-6DFD7F8C3F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7641" y="1840068"/>
            <a:ext cx="9392464" cy="3322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30136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E77E42-C784-3E7F-9F5C-2DA8DCB188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061B4D4E-6957-9284-9E76-7748470335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250" y="1192891"/>
            <a:ext cx="9237003" cy="628323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07151CC5-A030-10B8-553D-8211F66F78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1458" y="1898436"/>
            <a:ext cx="5713209" cy="2409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83324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297694-C991-FB0D-BE3B-EBA3D63909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84A4A785-DABE-1783-6563-EBBA381531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158" y="1206128"/>
            <a:ext cx="9243480" cy="621846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47F89ED5-DAC4-2B0C-83E0-234A40D42E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7352" y="1856255"/>
            <a:ext cx="9373032" cy="33877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0360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B26064-7A9D-8322-92E2-319FFFA6A5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E8A143DB-50F4-8BBE-5538-41223070A3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534" y="1171835"/>
            <a:ext cx="9275868" cy="680144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068C61AF-5AB3-FA9A-E238-97D9D1BCD0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7353" y="1840784"/>
            <a:ext cx="9373032" cy="30444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35567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EE6A71-0B1A-AABE-5E7E-CBB035FB5B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CF6D53FF-B6CA-7FBA-44CE-3494AC4CBF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770" y="1215554"/>
            <a:ext cx="9269390" cy="621846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43CEEDC6-702F-7BF1-41F0-0DEEDFF22C9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53258"/>
          <a:stretch/>
        </p:blipFill>
        <p:spPr>
          <a:xfrm>
            <a:off x="326518" y="1790265"/>
            <a:ext cx="9295301" cy="23979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63539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248199-552E-EBC4-524B-0FCB2EF803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92C4C4D6-FD7C-8540-0584-9A6FD69837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770" y="1215554"/>
            <a:ext cx="9269390" cy="621846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3E1D9397-A587-FA88-4ADF-8800ECB418A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46374"/>
          <a:stretch/>
        </p:blipFill>
        <p:spPr>
          <a:xfrm>
            <a:off x="328885" y="1960776"/>
            <a:ext cx="9295301" cy="2751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93370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84773E38-2D95-B799-EEE6-ACAD965FC72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126" b="1"/>
          <a:stretch/>
        </p:blipFill>
        <p:spPr>
          <a:xfrm>
            <a:off x="216153" y="735291"/>
            <a:ext cx="6069475" cy="53350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32011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BE2982-33F2-8D31-1DA9-FA1061C0E5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79A543F8-DB19-64BD-55E5-2CD92CB1C4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78" y="776861"/>
            <a:ext cx="6205504" cy="5149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49321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9E82B4-9CCE-C811-E355-16EBB7A662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52C1DC37-0156-5B15-CD1A-E67DBE177E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532" y="741136"/>
            <a:ext cx="6140728" cy="48257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76650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1F66D1-B57D-7481-38B9-F45620D21A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8178DFDA-15E5-2270-1402-9B9C1A16592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394"/>
          <a:stretch/>
        </p:blipFill>
        <p:spPr>
          <a:xfrm>
            <a:off x="223774" y="754144"/>
            <a:ext cx="6056519" cy="52886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2982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2CD29B-FE75-677E-C7B6-D1BCBC58B2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C713F7E1-2F8C-3A81-C062-FD4940D4C0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03" y="754891"/>
            <a:ext cx="5998222" cy="3808806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E010B4DD-8E85-3471-4C65-282EF4F5128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699"/>
          <a:stretch/>
        </p:blipFill>
        <p:spPr>
          <a:xfrm>
            <a:off x="6114831" y="878281"/>
            <a:ext cx="5998222" cy="42881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625278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B9EE26-646D-B2A3-43DF-A144DEF090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54316714-548D-3DD8-D9F8-377BD6EFF6E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914"/>
          <a:stretch/>
        </p:blipFill>
        <p:spPr>
          <a:xfrm>
            <a:off x="32837" y="754144"/>
            <a:ext cx="6140728" cy="3597198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F077B2B1-065A-1FB4-B2F1-D5B5CE9CDC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51344" y="919157"/>
            <a:ext cx="6069475" cy="37699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477678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EABC6B-DA33-C52D-86B4-D4DDA80E01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33A8D81D-B8B1-7B93-4B15-2A246E0823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520" y="767335"/>
            <a:ext cx="6140728" cy="3931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193920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002DEB65-5E59-46CA-A111-7C558205CC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20" y="810391"/>
            <a:ext cx="6037087" cy="3057409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FB136CE0-8E8A-C785-7C01-07D93885B62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998"/>
          <a:stretch/>
        </p:blipFill>
        <p:spPr>
          <a:xfrm>
            <a:off x="6054561" y="810391"/>
            <a:ext cx="6037087" cy="36403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6524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E3FFC2C0-E5B8-FFAB-7D35-4FE77C43FF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782" y="724679"/>
            <a:ext cx="6075952" cy="4741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585401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FCD35D64-AF3B-D843-C704-33C93620E2D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252" b="-1"/>
          <a:stretch/>
        </p:blipFill>
        <p:spPr>
          <a:xfrm>
            <a:off x="82766" y="735291"/>
            <a:ext cx="5991744" cy="3400146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2EADE1B4-05F6-E3D7-A0D6-9BBA8EDBEF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74510" y="971931"/>
            <a:ext cx="6011177" cy="40808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720759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CE9444E4-D55D-FD11-B6E6-006FF7349B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375" y="704135"/>
            <a:ext cx="6037087" cy="3174005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0EAD40A0-1A82-2F0F-3D74-71F4C3BE60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3754" y="798405"/>
            <a:ext cx="6037087" cy="48776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041596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1705B3F6-B6F9-6F82-299E-1B32876A13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868" y="763425"/>
            <a:ext cx="6088908" cy="5188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339303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0DEB38AA-BA32-8770-3D39-139456C35D0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898"/>
          <a:stretch/>
        </p:blipFill>
        <p:spPr>
          <a:xfrm>
            <a:off x="36846" y="754143"/>
            <a:ext cx="6101863" cy="3302155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AA143A4C-9523-39C8-303F-1F32ABC6B9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51343" y="927840"/>
            <a:ext cx="6069475" cy="45083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024143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C864B1F2-A4AB-B4CE-75D7-975A6D6EB5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09" y="744008"/>
            <a:ext cx="6024132" cy="3122184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F1915FFC-20F6-65C2-93D3-F92672750C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50141" y="956913"/>
            <a:ext cx="6062997" cy="43788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000097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3E5D0A8F-3B66-7259-F788-136E708D96D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196"/>
          <a:stretch/>
        </p:blipFill>
        <p:spPr>
          <a:xfrm>
            <a:off x="185868" y="707011"/>
            <a:ext cx="6088908" cy="5549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653582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90764DFE-7BBE-53C3-7074-D9443363B0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912" y="746947"/>
            <a:ext cx="5991744" cy="4799873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20DBBFD6-C194-BE74-9A66-1E30D73550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55656" y="818543"/>
            <a:ext cx="6088908" cy="2610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44168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B04473DD-1089-5CA1-B40D-3420765BB01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452"/>
          <a:stretch/>
        </p:blipFill>
        <p:spPr>
          <a:xfrm>
            <a:off x="52677" y="754144"/>
            <a:ext cx="5978790" cy="4220896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6D794616-F740-E52F-0234-34F3E4D8970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471"/>
          <a:stretch/>
        </p:blipFill>
        <p:spPr>
          <a:xfrm>
            <a:off x="6031467" y="882458"/>
            <a:ext cx="6107856" cy="3964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866751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BB330F67-49FB-034D-B6A9-DBBB37FDADB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929"/>
          <a:stretch/>
        </p:blipFill>
        <p:spPr>
          <a:xfrm>
            <a:off x="61910" y="801278"/>
            <a:ext cx="6011177" cy="3179971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F388B272-552F-946E-6877-58DF9A277AB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827"/>
          <a:stretch/>
        </p:blipFill>
        <p:spPr>
          <a:xfrm>
            <a:off x="6106578" y="1089726"/>
            <a:ext cx="6011177" cy="4858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454526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4B8A8267-091A-EC0F-D51F-2A11AEA365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09" y="832508"/>
            <a:ext cx="6056519" cy="3756986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63D1BEC7-DBA4-5CF1-5D9E-F90035AC075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299" r="1948"/>
          <a:stretch/>
        </p:blipFill>
        <p:spPr>
          <a:xfrm>
            <a:off x="6130564" y="928861"/>
            <a:ext cx="5935745" cy="21829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75799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8861042D-5072-4957-90E1-34B3968702B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920"/>
          <a:stretch/>
        </p:blipFill>
        <p:spPr>
          <a:xfrm>
            <a:off x="72944" y="744718"/>
            <a:ext cx="6056519" cy="4415458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9B8EC035-C1CD-407B-E18A-6C2B7861BC0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281"/>
          <a:stretch/>
        </p:blipFill>
        <p:spPr>
          <a:xfrm>
            <a:off x="6117993" y="880657"/>
            <a:ext cx="5968980" cy="38994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866047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09F290FE-52B7-70B6-E4EA-FBA665BB9C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677" y="805694"/>
            <a:ext cx="6108341" cy="1975656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30B2F1D0-73C2-0256-D3F8-7FE8765D5C4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231"/>
          <a:stretch/>
        </p:blipFill>
        <p:spPr>
          <a:xfrm>
            <a:off x="6108563" y="880261"/>
            <a:ext cx="5997373" cy="3964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27931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?>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?>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?>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A89945E5E8007144A2F47A7AC84A6EF2" ma:contentTypeVersion="16" ma:contentTypeDescription="새 문서를 만듭니다." ma:contentTypeScope="" ma:versionID="ea93438e1c61af80dab6fd560f3e28df">
  <xsd:schema xmlns:xsd="http://www.w3.org/2001/XMLSchema" xmlns:xs="http://www.w3.org/2001/XMLSchema" xmlns:p="http://schemas.microsoft.com/office/2006/metadata/properties" xmlns:ns2="0fe316e7-7f42-4b71-ad39-2894d480b050" xmlns:ns3="6cdfeaa2-54f2-460f-8d8b-ea5b8cb9f927" targetNamespace="http://schemas.microsoft.com/office/2006/metadata/properties" ma:root="true" ma:fieldsID="35ee5a466098b379d961bfb8bbbe4284" ns2:_="" ns3:_="">
    <xsd:import namespace="0fe316e7-7f42-4b71-ad39-2894d480b050"/>
    <xsd:import namespace="6cdfeaa2-54f2-460f-8d8b-ea5b8cb9f92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DateTaken" minOccurs="0"/>
                <xsd:element ref="ns2:MediaServiceLocation" minOccurs="0"/>
                <xsd:element ref="ns2:lcf76f155ced4ddcb4097134ff3c332f" minOccurs="0"/>
                <xsd:element ref="ns3:TaxCatchAll" minOccurs="0"/>
                <xsd:element ref="ns3:SharedWithUsers" minOccurs="0"/>
                <xsd:element ref="ns3:SharedWithDetails" minOccurs="0"/>
                <xsd:element ref="ns2:MediaLengthInSeconds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fe316e7-7f42-4b71-ad39-2894d480b05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5" nillable="true" ma:displayName="Location" ma:internalName="MediaServiceLocation" ma:readOnly="true">
      <xsd:simpleType>
        <xsd:restriction base="dms:Text"/>
      </xsd:simpleType>
    </xsd:element>
    <xsd:element name="lcf76f155ced4ddcb4097134ff3c332f" ma:index="17" nillable="true" ma:taxonomy="true" ma:internalName="lcf76f155ced4ddcb4097134ff3c332f" ma:taxonomyFieldName="MediaServiceImageTags" ma:displayName="이미지 태그" ma:readOnly="false" ma:fieldId="{5cf76f15-5ced-4ddc-b409-7134ff3c332f}" ma:taxonomyMulti="true" ma:sspId="ab4aa6ec-403b-4c75-ba7c-643e899a858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22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cdfeaa2-54f2-460f-8d8b-ea5b8cb9f927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e1e395c9-7788-4348-aa92-067bc258b91d}" ma:internalName="TaxCatchAll" ma:showField="CatchAllData" ma:web="6cdfeaa2-54f2-460f-8d8b-ea5b8cb9f92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9" nillable="true" ma:displayName="공유 대상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0" nillable="true" ma:displayName="세부 정보 공유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0fe316e7-7f42-4b71-ad39-2894d480b050">
      <Terms xmlns="http://schemas.microsoft.com/office/infopath/2007/PartnerControls"/>
    </lcf76f155ced4ddcb4097134ff3c332f>
    <TaxCatchAll xmlns="6cdfeaa2-54f2-460f-8d8b-ea5b8cb9f927" xsi:nil="true"/>
  </documentManagement>
</p:properties>
</file>

<file path=customXml/itemProps1.xml><?xml version="1.0" encoding="utf-8"?>
<ds:datastoreItem xmlns:ds="http://schemas.openxmlformats.org/officeDocument/2006/customXml" ds:itemID="{875BEF79-B131-4589-B335-E0C03BD0C500}"/>
</file>

<file path=customXml/itemProps2.xml><?xml version="1.0" encoding="utf-8"?>
<ds:datastoreItem xmlns:ds="http://schemas.openxmlformats.org/officeDocument/2006/customXml" ds:itemID="{87AFEB6E-84A2-4634-9674-E235B545AB45}"/>
</file>

<file path=customXml/itemProps3.xml><?xml version="1.0" encoding="utf-8"?>
<ds:datastoreItem xmlns:ds="http://schemas.openxmlformats.org/officeDocument/2006/customXml" ds:itemID="{C83BD185-55EB-4847-8D41-7CE4DD792EDB}"/>
</file>

<file path=docProps/app.xml><?xml version="1.0" encoding="utf-8"?>
<Properties xmlns="http://schemas.openxmlformats.org/officeDocument/2006/extended-properties" xmlns:vt="http://schemas.openxmlformats.org/officeDocument/2006/docPropsVTypes">
  <TotalTime>182</TotalTime>
  <Words>0</Words>
  <Application>Microsoft Office PowerPoint</Application>
  <PresentationFormat>와이드스크린</PresentationFormat>
  <Paragraphs>0</Paragraphs>
  <Slides>30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30</vt:i4>
      </vt:variant>
    </vt:vector>
  </HeadingPairs>
  <TitlesOfParts>
    <vt:vector size="33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이 유림</cp:lastModifiedBy>
  <cp:revision>15</cp:revision>
  <dcterms:created xsi:type="dcterms:W3CDTF">2023-06-21T01:18:15Z</dcterms:created>
  <dcterms:modified xsi:type="dcterms:W3CDTF">2025-05-16T07:55:12Z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0x010100A89945E5E8007144A2F47A7AC84A6EF2</vt:lpwstr>
  </property>
</Properties>
</file>