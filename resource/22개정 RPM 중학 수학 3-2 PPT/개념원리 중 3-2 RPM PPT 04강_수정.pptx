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326" r:id="rId3"/>
    <p:sldId id="327" r:id="rId4"/>
    <p:sldId id="315" r:id="rId5"/>
    <p:sldId id="321" r:id="rId6"/>
    <p:sldId id="322" r:id="rId7"/>
    <p:sldId id="323" r:id="rId8"/>
    <p:sldId id="324" r:id="rId9"/>
    <p:sldId id="316" r:id="rId10"/>
    <p:sldId id="317" r:id="rId11"/>
    <p:sldId id="318" r:id="rId12"/>
    <p:sldId id="319" r:id="rId13"/>
    <p:sldId id="32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 descr="로고, 그래픽, 클립아트, 상징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B3A2930-B558-AF11-3B4B-9CCB403C78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9407"/>
          <a:stretch>
            <a:fillRect/>
          </a:stretch>
        </p:blipFill>
        <p:spPr>
          <a:xfrm>
            <a:off x="64004" y="0"/>
            <a:ext cx="877661" cy="804680"/>
          </a:xfrm>
          <a:prstGeom prst="rect">
            <a:avLst/>
          </a:prstGeom>
        </p:spPr>
      </p:pic>
      <p:pic>
        <p:nvPicPr>
          <p:cNvPr id="6" name="그림 5" descr="폰트, 상징, 번호, 로고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52FB6A9-CAB8-333F-D5C5-08FC52D8F9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668" y="296516"/>
            <a:ext cx="1246044" cy="4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FB07003-5FF3-EAA2-0707-A2FBBEF25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051769"/>
            <a:ext cx="9433448" cy="48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BC2F9-11F5-1418-5B7E-589B7DC3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EA43AFB-DAFB-F2F8-05DD-9F49B39B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3" y="1081429"/>
            <a:ext cx="9311987" cy="541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2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C9D6-E7AC-C698-002C-63D3C722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A4CDDD8-3F4A-1733-C0AA-A73CD029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5" y="1062402"/>
            <a:ext cx="9311987" cy="391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1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72A6E73-DC2B-9B9F-1B05-182CBE4A70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"/>
          <a:stretch>
            <a:fillRect/>
          </a:stretch>
        </p:blipFill>
        <p:spPr>
          <a:xfrm>
            <a:off x="25522" y="707010"/>
            <a:ext cx="6073035" cy="3008026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8EACF9C-1122-F1DA-5DF5-5D86759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265" y="976100"/>
            <a:ext cx="5959671" cy="261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7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77C9D8C-533C-271A-9917-51E1CAF04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6" y="788442"/>
            <a:ext cx="5983963" cy="3238952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E359242-5ED0-D2DD-F8F1-0BC648B4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025" y="963806"/>
            <a:ext cx="6032548" cy="31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7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DA3FA25-BE77-B34C-B2E8-B77D12B1F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1" y="766704"/>
            <a:ext cx="5992061" cy="3708600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6D56702-3396-7767-0687-CE02085AE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082" y="950007"/>
            <a:ext cx="6113522" cy="22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9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35070DF-F5FF-3045-F3C2-DBBA2449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0"/>
          <a:stretch>
            <a:fillRect/>
          </a:stretch>
        </p:blipFill>
        <p:spPr>
          <a:xfrm>
            <a:off x="63724" y="707010"/>
            <a:ext cx="5992061" cy="3079653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8769CDA-BF3C-E626-EB79-7CA656AB2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39" y="926077"/>
            <a:ext cx="5959671" cy="308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4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093E38C-08AA-28D2-9F34-3B4D66D5B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2"/>
          <a:stretch>
            <a:fillRect/>
          </a:stretch>
        </p:blipFill>
        <p:spPr>
          <a:xfrm>
            <a:off x="275683" y="716437"/>
            <a:ext cx="6016354" cy="549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0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D64EC62-DB36-EFF6-8C58-DDE0924D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9" y="808661"/>
            <a:ext cx="6032548" cy="4550727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479646B-FC45-F937-4BC0-9C5595850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594" y="949112"/>
            <a:ext cx="5959671" cy="240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5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4FCB2EE-6FC9-9B20-AA65-12F8A6E45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5" y="774440"/>
            <a:ext cx="6016354" cy="3983911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39560C1-D511-FEE3-893C-F03A575B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97" y="925694"/>
            <a:ext cx="6008256" cy="238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61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45560DA-EE60-5C3D-82A5-C3CD10BBA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3"/>
          <a:stretch>
            <a:fillRect/>
          </a:stretch>
        </p:blipFill>
        <p:spPr>
          <a:xfrm>
            <a:off x="266454" y="697584"/>
            <a:ext cx="5983963" cy="562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7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F5183F2-2C36-ADC3-6A0A-06EA01B3C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16" y="736305"/>
            <a:ext cx="6129716" cy="558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4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65846E3-B868-7862-77F7-24B07EE6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9" y="818190"/>
            <a:ext cx="6000159" cy="4534532"/>
          </a:xfrm>
          <a:prstGeom prst="rect">
            <a:avLst/>
          </a:prstGeom>
        </p:spPr>
      </p:pic>
      <p:pic>
        <p:nvPicPr>
          <p:cNvPr id="5" name="그림 4" descr="텍스트, 폰트, 라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BAFBA46-8358-F924-7B1D-672ED8376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109" y="921826"/>
            <a:ext cx="6016354" cy="224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7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8339B356-5A98-415A-9E59-C473C709D527}"/>
</file>

<file path=customXml/itemProps2.xml><?xml version="1.0" encoding="utf-8"?>
<ds:datastoreItem xmlns:ds="http://schemas.openxmlformats.org/officeDocument/2006/customXml" ds:itemID="{300B0C95-3650-420D-AC16-89AAF646E98F}"/>
</file>

<file path=customXml/itemProps3.xml><?xml version="1.0" encoding="utf-8"?>
<ds:datastoreItem xmlns:ds="http://schemas.openxmlformats.org/officeDocument/2006/customXml" ds:itemID="{5698EAA6-FF8E-419A-BD54-D3EA7D30218E}"/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25</cp:revision>
  <dcterms:created xsi:type="dcterms:W3CDTF">2023-06-21T01:18:15Z</dcterms:created>
  <dcterms:modified xsi:type="dcterms:W3CDTF">2026-02-02T04:55:48Z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