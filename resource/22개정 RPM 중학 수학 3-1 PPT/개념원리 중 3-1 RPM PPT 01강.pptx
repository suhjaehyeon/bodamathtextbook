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8" r:id="rId2"/>
    <p:sldId id="264" r:id="rId3"/>
    <p:sldId id="282" r:id="rId4"/>
    <p:sldId id="283" r:id="rId5"/>
    <p:sldId id="290" r:id="rId6"/>
    <p:sldId id="284" r:id="rId7"/>
    <p:sldId id="297" r:id="rId8"/>
    <p:sldId id="261" r:id="rId9"/>
    <p:sldId id="298" r:id="rId10"/>
    <p:sldId id="281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307" r:id="rId20"/>
    <p:sldId id="308" r:id="rId21"/>
    <p:sldId id="309" r:id="rId22"/>
    <p:sldId id="310" r:id="rId23"/>
    <p:sldId id="311" r:id="rId24"/>
    <p:sldId id="312" r:id="rId25"/>
    <p:sldId id="313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3D2"/>
    <a:srgbClr val="BEE7FB"/>
    <a:srgbClr val="FFEBBB"/>
    <a:srgbClr val="A1D06E"/>
    <a:srgbClr val="ADBF82"/>
    <a:srgbClr val="B6A9D2"/>
    <a:srgbClr val="FFFFFF"/>
    <a:srgbClr val="0254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2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06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DBB06-AE4E-4156-BDA8-B1077C81DC06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9699E1-ED83-48A2-831C-01FFF56F20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078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날짜 개체 틀 2">
            <a:extLst>
              <a:ext uri="{FF2B5EF4-FFF2-40B4-BE49-F238E27FC236}">
                <a16:creationId xmlns:a16="http://schemas.microsoft.com/office/drawing/2014/main" id="{B9C56D7A-BE07-4B59-85E0-F40729E1EC8B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3-1 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1AF93E0-6225-4664-B06F-87179220BD70}"/>
              </a:ext>
            </a:extLst>
          </p:cNvPr>
          <p:cNvSpPr/>
          <p:nvPr userDrawn="1"/>
        </p:nvSpPr>
        <p:spPr>
          <a:xfrm>
            <a:off x="0" y="-1"/>
            <a:ext cx="12191999" cy="814108"/>
          </a:xfrm>
          <a:prstGeom prst="rect">
            <a:avLst/>
          </a:prstGeom>
          <a:solidFill>
            <a:srgbClr val="FFE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64252B1-BB9A-4740-AC75-1F2FBF692F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17839" r="74258"/>
          <a:stretch/>
        </p:blipFill>
        <p:spPr>
          <a:xfrm>
            <a:off x="1" y="0"/>
            <a:ext cx="969945" cy="81087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C68AC4B-B159-C7A0-95C4-C095E0D9E35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69946" y="303857"/>
            <a:ext cx="3436918" cy="48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39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C3653F53-2C04-4730-A2A7-CCAF1089CD60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FE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6" name="날짜 개체 틀 2">
            <a:extLst>
              <a:ext uri="{FF2B5EF4-FFF2-40B4-BE49-F238E27FC236}">
                <a16:creationId xmlns:a16="http://schemas.microsoft.com/office/drawing/2014/main" id="{09529BA0-7FED-4965-A198-6D1C177090EE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2-2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24D0AFA-5BCF-4FF6-AB6D-E1D19BF62B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306" t="6212" r="24642" b="40359"/>
          <a:stretch/>
        </p:blipFill>
        <p:spPr>
          <a:xfrm>
            <a:off x="122550" y="-1603"/>
            <a:ext cx="1945064" cy="72381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155421F-4B0D-4FFE-8B18-2B0BAB1FBE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470" t="59444" r="6889" b="6077"/>
          <a:stretch/>
        </p:blipFill>
        <p:spPr>
          <a:xfrm>
            <a:off x="2020478" y="176761"/>
            <a:ext cx="2903455" cy="47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93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6DEDC93-C09D-4EA9-AAA8-1273F11E9802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BEE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5" name="날짜 개체 틀 2">
            <a:extLst>
              <a:ext uri="{FF2B5EF4-FFF2-40B4-BE49-F238E27FC236}">
                <a16:creationId xmlns:a16="http://schemas.microsoft.com/office/drawing/2014/main" id="{9AC3CCAC-7C99-412A-BD07-9DAFE6BC7E7D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3-1 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3E6983B-DA29-44CB-9636-A0B50D6EC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61280" r="30387"/>
          <a:stretch/>
        </p:blipFill>
        <p:spPr>
          <a:xfrm>
            <a:off x="2073894" y="169682"/>
            <a:ext cx="1838226" cy="6030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2AFF027-F5CC-41A2-B724-20BE87315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16547" r="35156" b="36851"/>
          <a:stretch/>
        </p:blipFill>
        <p:spPr>
          <a:xfrm>
            <a:off x="405348" y="-1"/>
            <a:ext cx="1593130" cy="72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55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5" name="날짜 개체 틀 2">
            <a:extLst>
              <a:ext uri="{FF2B5EF4-FFF2-40B4-BE49-F238E27FC236}">
                <a16:creationId xmlns:a16="http://schemas.microsoft.com/office/drawing/2014/main" id="{E4D0E127-7567-4149-AC6B-F459D67813FB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2-2 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71C38D3-5FDC-479C-A73E-7C985C7400E0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0F164A3-205F-4209-8279-09F331782E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BD76E58-513A-47D1-BC01-9A70078C50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6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C87C66E7-C59D-4454-A7FF-C1F0E6644E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239BB56-0824-4F0E-831F-04E54F9B0FE1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98E308D-5A3B-4A58-9F51-F706C2F9C8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EDB63F8-5EB3-41FE-8218-B32183BF87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BA2FD75-6BA0-4FD5-A770-69B482BBED1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5981" y="1016620"/>
            <a:ext cx="1913840" cy="51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915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3592432F-E618-4E82-976A-E5B20E8FC0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4ED62D2-AC4C-4E3E-9AA3-B78F632C004E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C06097C-34A5-4AB6-8B17-84E6CE96F4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5A868D0-1AAC-4009-85D5-E8D4512D5A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5066918-1CE5-45B1-ABFA-EBB64D3EB27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019" y="1030611"/>
            <a:ext cx="1880497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24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41CBF46-BDDC-4A76-986E-B1A431C6E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C794A7-6FDD-434E-A096-61A41F4A2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DBA1F4-3B29-485A-AEA8-886BA8E658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014BE-82FA-4DA9-9A16-CD555D703388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2D19B2-444D-4891-95D8-A2A51421A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281698-4351-4BDC-A25B-6C95298AC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1026F-C74F-4368-82D2-7786AAE4A5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157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45CD29B-A60C-6E71-6572-D1A81C2C7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558" y="994442"/>
            <a:ext cx="9308256" cy="69309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E8E4F65-AE7B-0F7A-AFC8-AF9759BCE1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656" y="1768481"/>
            <a:ext cx="8362991" cy="4654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675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019D5-3CAA-D746-BA06-507B649C2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2160256-2CBF-8495-13AD-FECA79E47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42" y="1079966"/>
            <a:ext cx="9275868" cy="59593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A31B3DC-BED1-6B88-94C3-B2631FE19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134" y="1747899"/>
            <a:ext cx="9301778" cy="359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672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085C8-6F76-8742-E51A-281242CAE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26F106C-BD18-575C-3B21-4B57A2C5A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34" y="1803667"/>
            <a:ext cx="9327688" cy="372459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B9B8334-2383-B932-4F76-BB0456A9A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242" y="1079966"/>
            <a:ext cx="9275868" cy="595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013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97694-C991-FB0D-BE3B-EBA3D6390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4DB856F-3D71-2183-12D9-9E6BE8360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36" y="1098822"/>
            <a:ext cx="9217570" cy="59593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E9A06D1-E59E-D1A2-821B-4B2381F1B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673" y="1817311"/>
            <a:ext cx="8045131" cy="2727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36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50D52-24D0-264B-C95B-44B44FF4A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8B5D02E-A087-DA19-83EE-F930C5D2E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36" y="1098822"/>
            <a:ext cx="9217570" cy="59593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17612EC-E5D8-2A7F-BFB9-0AE05E9164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828" y="1738696"/>
            <a:ext cx="9340643" cy="386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012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26064-7A9D-8322-92E2-319FFFA6A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0550DB2-7289-BB14-0122-F795E1C55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34" y="1051292"/>
            <a:ext cx="9314734" cy="66071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DE9536F-5EC2-9692-9039-DB8DF5EB9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931" y="1820194"/>
            <a:ext cx="4145640" cy="316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556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047F6-3988-16C3-898F-C634A39A3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5142694-81F4-0E16-CF94-94A0ADAC3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34" y="1051292"/>
            <a:ext cx="9314734" cy="66071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B70E3C4-9B4E-B4CF-1FDC-B602F30CC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650" y="1830639"/>
            <a:ext cx="6464606" cy="2396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177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9CFF4DC-43BC-4240-CA4F-B2EF98FF9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18" y="747810"/>
            <a:ext cx="6024132" cy="558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01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067B2-BF3A-2D80-85B7-BA3C18179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8D35141-5EDD-0E7E-0656-09E9189210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9"/>
          <a:stretch/>
        </p:blipFill>
        <p:spPr>
          <a:xfrm>
            <a:off x="305415" y="707008"/>
            <a:ext cx="5933446" cy="315823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FCD6FC9-2152-54C9-3CC7-13D8D7EC4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443" y="1018095"/>
            <a:ext cx="4508383" cy="341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807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E2982-33F2-8D31-1DA9-FA1061C0E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7607D27-7D48-2BF1-8653-1A0F0150D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72" y="810117"/>
            <a:ext cx="6101863" cy="4644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932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1FD82-BF89-6D10-ED8B-2EEA99F2E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6F13AF5-0A4E-7BA5-C4D0-9114A6610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2" y="714857"/>
            <a:ext cx="6140728" cy="4806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942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9FE29-6AF2-010C-F223-FAACE7D1E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34A4A1B-13F1-32A4-695B-9B80A7A56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90" y="765930"/>
            <a:ext cx="5978790" cy="385414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F3DCC41-2AB8-529D-155C-42DFB7882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8351" y="860198"/>
            <a:ext cx="6037087" cy="2448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140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F8D65-F90A-0102-62AF-5104BD58E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C8DC7F1-F435-5B31-E41A-BA2E040423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72"/>
          <a:stretch/>
        </p:blipFill>
        <p:spPr>
          <a:xfrm>
            <a:off x="258067" y="716436"/>
            <a:ext cx="5998222" cy="555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695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331B7-1D28-F08A-49C0-BC3225E3F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349F5CD-4ED1-F46C-36DE-12B05F197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42" y="767413"/>
            <a:ext cx="6088908" cy="570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089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30EC8-4AC2-E2B9-833C-3CC432A9D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46AEE49-BB6A-3FD0-842B-3BEA7D485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28" y="702461"/>
            <a:ext cx="6056519" cy="529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579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24A77-62E8-9502-6B1C-4D0BD79C9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2C14083-839A-982F-EE13-A25C87306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454" y="720601"/>
            <a:ext cx="5972312" cy="386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21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64883-1027-52CD-5B16-3CAD37D8B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30857FA-C918-8468-7C54-97E1870108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89"/>
          <a:stretch/>
        </p:blipFill>
        <p:spPr>
          <a:xfrm>
            <a:off x="195099" y="725861"/>
            <a:ext cx="6121295" cy="4919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1307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42050-9009-FB7D-7D8F-B1C79656F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8842F39-AA06-B0C3-5599-65FB066B8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1" y="724679"/>
            <a:ext cx="6037087" cy="474157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571C583-AE1A-94AF-310F-D08C77DC0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784" y="1065588"/>
            <a:ext cx="6056519" cy="140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185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3F872-82C3-81D0-A324-D8CA66AF6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AA65D36-F886-1115-5777-435DFDD9B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3" y="715300"/>
            <a:ext cx="6069475" cy="535046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359E788-B619-3CCD-3BEC-F5764AE3E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0639" y="889796"/>
            <a:ext cx="6056519" cy="2539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947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E4E01-ED6D-3750-8F41-2199C9EC8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93D00F5-7166-630E-6AC1-ED53B4D07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75" y="751107"/>
            <a:ext cx="5978790" cy="411972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2A3DB84-CDCB-21B3-0A4E-87B3C3F74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807669"/>
            <a:ext cx="6004699" cy="240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4620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89B2E-B600-CB1A-E455-1949FB8CA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55E4C38-0627-9B2A-ACCA-06A339625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10" y="717525"/>
            <a:ext cx="5978790" cy="560309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5E58792-EFC1-F602-2CE6-D69C9F381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4281" y="858644"/>
            <a:ext cx="5266257" cy="194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4652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8A6BA-C1DA-B7F2-AAA7-D98BCAC66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3A80F57-3455-D3DA-E54E-92D16CEE5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9" y="712760"/>
            <a:ext cx="6030610" cy="360800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BAE2A79-755F-BE59-CACB-97EAE7690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5340" y="929578"/>
            <a:ext cx="5745597" cy="2247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5827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60798-37AB-7236-CAAF-4811D0D3C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9803FB0-A6ED-0704-DAD8-9A3A76716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24" y="779733"/>
            <a:ext cx="6037087" cy="550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9580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D8055-C58C-3935-2768-72B28DE01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CC7D45D-0416-4F63-2674-65F42590F5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53"/>
          <a:stretch/>
        </p:blipFill>
        <p:spPr>
          <a:xfrm>
            <a:off x="220359" y="754143"/>
            <a:ext cx="5998222" cy="5178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2663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1E4F8-D5E7-7177-DA0C-BCAAEE3C1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92B5CEF-25B0-4C3D-2AB9-AF65044FD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06" y="728146"/>
            <a:ext cx="6069475" cy="538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545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89945E5E8007144A2F47A7AC84A6EF2" ma:contentTypeVersion="16" ma:contentTypeDescription="새 문서를 만듭니다." ma:contentTypeScope="" ma:versionID="ea93438e1c61af80dab6fd560f3e28df">
  <xsd:schema xmlns:xsd="http://www.w3.org/2001/XMLSchema" xmlns:xs="http://www.w3.org/2001/XMLSchema" xmlns:p="http://schemas.microsoft.com/office/2006/metadata/properties" xmlns:ns2="0fe316e7-7f42-4b71-ad39-2894d480b050" xmlns:ns3="6cdfeaa2-54f2-460f-8d8b-ea5b8cb9f927" targetNamespace="http://schemas.microsoft.com/office/2006/metadata/properties" ma:root="true" ma:fieldsID="35ee5a466098b379d961bfb8bbbe4284" ns2:_="" ns3:_="">
    <xsd:import namespace="0fe316e7-7f42-4b71-ad39-2894d480b050"/>
    <xsd:import namespace="6cdfeaa2-54f2-460f-8d8b-ea5b8cb9f9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e316e7-7f42-4b71-ad39-2894d480b0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ab4aa6ec-403b-4c75-ba7c-643e899a85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dfeaa2-54f2-460f-8d8b-ea5b8cb9f92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1e395c9-7788-4348-aa92-067bc258b91d}" ma:internalName="TaxCatchAll" ma:showField="CatchAllData" ma:web="6cdfeaa2-54f2-460f-8d8b-ea5b8cb9f9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fe316e7-7f42-4b71-ad39-2894d480b050">
      <Terms xmlns="http://schemas.microsoft.com/office/infopath/2007/PartnerControls"/>
    </lcf76f155ced4ddcb4097134ff3c332f>
    <TaxCatchAll xmlns="6cdfeaa2-54f2-460f-8d8b-ea5b8cb9f927" xsi:nil="true"/>
  </documentManagement>
</p:properties>
</file>

<file path=customXml/itemProps1.xml><?xml version="1.0" encoding="utf-8"?>
<ds:datastoreItem xmlns:ds="http://schemas.openxmlformats.org/officeDocument/2006/customXml" ds:itemID="{C1399110-4C0F-4E58-A8F8-8ADD0243B74C}"/>
</file>

<file path=customXml/itemProps2.xml><?xml version="1.0" encoding="utf-8"?>
<ds:datastoreItem xmlns:ds="http://schemas.openxmlformats.org/officeDocument/2006/customXml" ds:itemID="{D3F78924-6C41-4A42-A50A-6D03C57A579F}"/>
</file>

<file path=customXml/itemProps3.xml><?xml version="1.0" encoding="utf-8"?>
<ds:datastoreItem xmlns:ds="http://schemas.openxmlformats.org/officeDocument/2006/customXml" ds:itemID="{C08CB7F2-46BC-40AC-8A65-28773F06A435}"/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0</Words>
  <Application>Microsoft Office PowerPoint</Application>
  <PresentationFormat>와이드스크린</PresentationFormat>
  <Paragraphs>0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이 유림</cp:lastModifiedBy>
  <cp:revision>16</cp:revision>
  <dcterms:created xsi:type="dcterms:W3CDTF">2023-06-21T01:18:15Z</dcterms:created>
  <dcterms:modified xsi:type="dcterms:W3CDTF">2025-05-20T00:17:58Z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0x010100A89945E5E8007144A2F47A7AC84A6EF2</vt:lpwstr>
  </property>
</Properties>
</file>