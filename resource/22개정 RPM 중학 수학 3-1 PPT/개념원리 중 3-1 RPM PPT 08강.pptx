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58" r:id="rId2"/>
    <p:sldId id="264" r:id="rId3"/>
    <p:sldId id="290" r:id="rId4"/>
    <p:sldId id="282" r:id="rId5"/>
    <p:sldId id="291" r:id="rId6"/>
    <p:sldId id="283" r:id="rId7"/>
    <p:sldId id="284" r:id="rId8"/>
    <p:sldId id="293" r:id="rId9"/>
    <p:sldId id="292" r:id="rId10"/>
    <p:sldId id="261" r:id="rId11"/>
    <p:sldId id="281" r:id="rId12"/>
    <p:sldId id="285" r:id="rId13"/>
    <p:sldId id="286" r:id="rId14"/>
    <p:sldId id="287" r:id="rId15"/>
    <p:sldId id="288" r:id="rId16"/>
    <p:sldId id="289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305" r:id="rId29"/>
    <p:sldId id="306" r:id="rId30"/>
    <p:sldId id="307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9C56D7A-BE07-4B59-85E0-F40729E1EC8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DD95EAF-EB1A-FD0A-1DFD-0700A3A6EE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8700" b="2740"/>
          <a:stretch/>
        </p:blipFill>
        <p:spPr>
          <a:xfrm>
            <a:off x="40880" y="9427"/>
            <a:ext cx="888188" cy="79158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13F3C00-F002-6DE7-456C-7B6C6E45D9F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8641" y="298326"/>
            <a:ext cx="3822523" cy="51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C3653F53-2C04-4730-A2A7-CCAF1089CD6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6" name="날짜 개체 틀 2">
            <a:extLst>
              <a:ext uri="{FF2B5EF4-FFF2-40B4-BE49-F238E27FC236}">
                <a16:creationId xmlns:a16="http://schemas.microsoft.com/office/drawing/2014/main" id="{09529BA0-7FED-4965-A198-6D1C177090EE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A6DEDC93-C09D-4EA9-AAA8-1273F11E9802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BEE7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9AC3CCAC-7C99-412A-BD07-9DAFE6BC7E7D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3-1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5" name="날짜 개체 틀 2">
            <a:extLst>
              <a:ext uri="{FF2B5EF4-FFF2-40B4-BE49-F238E27FC236}">
                <a16:creationId xmlns:a16="http://schemas.microsoft.com/office/drawing/2014/main" id="{E4D0E127-7567-4149-AC6B-F459D67813FB}"/>
              </a:ext>
            </a:extLst>
          </p:cNvPr>
          <p:cNvSpPr txBox="1">
            <a:spLocks/>
          </p:cNvSpPr>
          <p:nvPr userDrawn="1"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> 중학 수학 </a:t>
            </a:r>
            <a:r>
              <a:rPr lang="en-US" altLang="ko-KR" dirty="0"/>
              <a:t>2-2 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&#10;&#10;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6099" y="205042"/>
            <a:ext cx="1133475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2025-05-16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B9CBBB8-91AE-1DBE-66D8-0EA1BCE3D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81" y="1211941"/>
            <a:ext cx="9262912" cy="5959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DC670DF-D250-FA39-F7A1-F3720DD2D3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296" y="1878789"/>
            <a:ext cx="8906647" cy="25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019D5-3CAA-D746-BA06-507B649C2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67B304-EA0F-EADC-4404-3EFEB6620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83265"/>
            <a:ext cx="9275868" cy="6607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3554EA8-C7A6-E91E-BCCE-2BA8B0D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16" y="1881684"/>
            <a:ext cx="9347121" cy="36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67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0300D-397A-DD14-51A2-AD64458B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DDA441-8FA5-607F-8461-EEAF4FC42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83265"/>
            <a:ext cx="9275868" cy="6607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9E8BFE9-B8F8-A22A-B44E-CF5F9B499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242" y="1929662"/>
            <a:ext cx="9340643" cy="161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085C8-6F76-8742-E51A-281242CAE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821C0E-CC54-D47B-6537-EF7514326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50" y="1192891"/>
            <a:ext cx="9237003" cy="6283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431FC39-3F24-79A0-56DD-6DFD7F8C3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41" y="1840068"/>
            <a:ext cx="9392464" cy="332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13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77E42-C784-3E7F-9F5C-2DA8DCB1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61B4D4E-6957-9284-9E76-774847033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250" y="1192891"/>
            <a:ext cx="9237003" cy="62832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7151CC5-A030-10B8-553D-8211F66F7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58" y="1898436"/>
            <a:ext cx="5713209" cy="240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3324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7694-C991-FB0D-BE3B-EBA3D639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A4A785-DABE-1783-6563-EBBA38153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58" y="1206128"/>
            <a:ext cx="924348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7F89ED5-DAC4-2B0C-83E0-234A40D42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2" y="1856255"/>
            <a:ext cx="9373032" cy="338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3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26064-7A9D-8322-92E2-319FFFA6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A143DB-50F4-8BBE-5538-41223070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34" y="1171835"/>
            <a:ext cx="9275868" cy="68014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68C61AF-5AB3-FA9A-E238-97D9D1BCD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53" y="1840784"/>
            <a:ext cx="9373032" cy="3044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6A71-0B1A-AABE-5E7E-CBB035FB5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F6D53FF-B6CA-7FBA-44CE-3494AC4CBF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0" y="1215554"/>
            <a:ext cx="926939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3CEEDC6-702F-7BF1-41F0-0DEEDFF22C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58"/>
          <a:stretch/>
        </p:blipFill>
        <p:spPr>
          <a:xfrm>
            <a:off x="326518" y="1790265"/>
            <a:ext cx="9295301" cy="239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53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48199-552E-EBC4-524B-0FCB2EF8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2C4C4D6-FD7C-8540-0584-9A6FD6983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70" y="1215554"/>
            <a:ext cx="9269390" cy="6218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E1D9397-A587-FA88-4ADF-8800ECB418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374"/>
          <a:stretch/>
        </p:blipFill>
        <p:spPr>
          <a:xfrm>
            <a:off x="328885" y="1960776"/>
            <a:ext cx="9295301" cy="27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337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773E38-2D95-B799-EEE6-ACAD965FC7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26" b="1"/>
          <a:stretch/>
        </p:blipFill>
        <p:spPr>
          <a:xfrm>
            <a:off x="216153" y="735291"/>
            <a:ext cx="6069475" cy="533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2982-33F2-8D31-1DA9-FA1061C0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A543F8-DB19-64BD-55E5-2CD92CB1C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8" y="776861"/>
            <a:ext cx="6205504" cy="514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932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E82B4-9CCE-C811-E355-16EBB7A66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C1DC37-0156-5B15-CD1A-E67DBE177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32" y="741136"/>
            <a:ext cx="6140728" cy="4825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65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66D1-B57D-7481-38B9-F45620D2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178DFDA-15E5-2270-1402-9B9C1A1659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4"/>
          <a:stretch/>
        </p:blipFill>
        <p:spPr>
          <a:xfrm>
            <a:off x="223774" y="754144"/>
            <a:ext cx="6056519" cy="5288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8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D29B-FE75-677E-C7B6-D1BCBC58B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713F7E1-2F8C-3A81-C062-FD4940D4C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03" y="754891"/>
            <a:ext cx="5998222" cy="380880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010B4DD-8E85-3471-4C65-282EF4F512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9"/>
          <a:stretch/>
        </p:blipFill>
        <p:spPr>
          <a:xfrm>
            <a:off x="6114831" y="878281"/>
            <a:ext cx="5998222" cy="4288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2527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9EE26-646D-B2A3-43DF-A144DEF09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4316714-548D-3DD8-D9F8-377BD6EFF6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4"/>
          <a:stretch/>
        </p:blipFill>
        <p:spPr>
          <a:xfrm>
            <a:off x="32837" y="754144"/>
            <a:ext cx="6140728" cy="359719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77B2B1-065A-1FB4-B2F1-D5B5CE9CD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44" y="919157"/>
            <a:ext cx="6069475" cy="376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77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ABC6B-DA33-C52D-86B4-D4DDA80E0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A8D81D-B8B1-7B93-4B15-2A246E082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20" y="767335"/>
            <a:ext cx="6140728" cy="393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9392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2DEB65-5E59-46CA-A111-7C558205C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20" y="810391"/>
            <a:ext cx="6037087" cy="30574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B136CE0-8E8A-C785-7C01-07D93885B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98"/>
          <a:stretch/>
        </p:blipFill>
        <p:spPr>
          <a:xfrm>
            <a:off x="6054561" y="810391"/>
            <a:ext cx="6037087" cy="364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52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FFC2C0-E5B8-FFAB-7D35-4FE77C43F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82" y="724679"/>
            <a:ext cx="6075952" cy="474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854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D35D64-AF3B-D843-C704-33C93620E2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2" b="-1"/>
          <a:stretch/>
        </p:blipFill>
        <p:spPr>
          <a:xfrm>
            <a:off x="82766" y="735291"/>
            <a:ext cx="5991744" cy="340014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EADE1B4-05F6-E3D7-A0D6-9BBA8EDBE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510" y="971931"/>
            <a:ext cx="6011177" cy="408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207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E9444E4-D55D-FD11-B6E6-006FF734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5" y="704135"/>
            <a:ext cx="6037087" cy="317400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EAD40A0-1A82-2F0F-3D74-71F4C3BE6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3754" y="798405"/>
            <a:ext cx="6037087" cy="487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415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705B3F6-B6F9-6F82-299E-1B32876A1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868" y="763425"/>
            <a:ext cx="6088908" cy="51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3930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DEB38AA-BA32-8770-3D39-139456C3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98"/>
          <a:stretch/>
        </p:blipFill>
        <p:spPr>
          <a:xfrm>
            <a:off x="36846" y="754143"/>
            <a:ext cx="6101863" cy="330215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A143A4C-9523-39C8-303F-1F32ABC6B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343" y="927840"/>
            <a:ext cx="6069475" cy="45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241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864B1F2-A4AB-B4CE-75D7-975A6D6EB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9" y="744008"/>
            <a:ext cx="6024132" cy="312218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915FFC-20F6-65C2-93D3-F92672750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141" y="956913"/>
            <a:ext cx="6062997" cy="4378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000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E5D0A8F-3B66-7259-F788-136E708D96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96"/>
          <a:stretch/>
        </p:blipFill>
        <p:spPr>
          <a:xfrm>
            <a:off x="185868" y="707011"/>
            <a:ext cx="6088908" cy="5549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5358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764DFE-7BBE-53C3-7074-D9443363B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" y="746947"/>
            <a:ext cx="5991744" cy="47998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0DBBFD6-C194-BE74-9A66-1E30D73550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656" y="818543"/>
            <a:ext cx="6088908" cy="2610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41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04473DD-1089-5CA1-B40D-3420765BB0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52"/>
          <a:stretch/>
        </p:blipFill>
        <p:spPr>
          <a:xfrm>
            <a:off x="52677" y="754144"/>
            <a:ext cx="5978790" cy="42208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D794616-F740-E52F-0234-34F3E4D897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471"/>
          <a:stretch/>
        </p:blipFill>
        <p:spPr>
          <a:xfrm>
            <a:off x="6031467" y="882458"/>
            <a:ext cx="6107856" cy="3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67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B330F67-49FB-034D-B6A9-DBBB37FDAD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29"/>
          <a:stretch/>
        </p:blipFill>
        <p:spPr>
          <a:xfrm>
            <a:off x="61910" y="801278"/>
            <a:ext cx="6011177" cy="317997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388B272-552F-946E-6877-58DF9A277A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7"/>
          <a:stretch/>
        </p:blipFill>
        <p:spPr>
          <a:xfrm>
            <a:off x="6106578" y="1089726"/>
            <a:ext cx="6011177" cy="4858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5452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B8A8267-091A-EC0F-D51F-2A11AEA36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" y="832508"/>
            <a:ext cx="6056519" cy="375698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D1BEC7-DBA4-5CF1-5D9E-F90035AC07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9" r="1948"/>
          <a:stretch/>
        </p:blipFill>
        <p:spPr>
          <a:xfrm>
            <a:off x="6130564" y="928861"/>
            <a:ext cx="5935745" cy="218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579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61042D-5072-4957-90E1-34B3968702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20"/>
          <a:stretch/>
        </p:blipFill>
        <p:spPr>
          <a:xfrm>
            <a:off x="72944" y="744718"/>
            <a:ext cx="6056519" cy="44154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B8EC035-C1CD-407B-E18A-6C2B7861BC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81"/>
          <a:stretch/>
        </p:blipFill>
        <p:spPr>
          <a:xfrm>
            <a:off x="6117993" y="880657"/>
            <a:ext cx="5968980" cy="3899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604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9F290FE-52B7-70B6-E4EA-FBA665BB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677" y="805694"/>
            <a:ext cx="6108341" cy="197565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0B2F1D0-73C2-0256-D3F8-7FE8765D5C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1"/>
          <a:stretch/>
        </p:blipFill>
        <p:spPr>
          <a:xfrm>
            <a:off x="6108563" y="880261"/>
            <a:ext cx="5997373" cy="396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793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ea93438e1c61af80dab6fd560f3e28df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35ee5a466098b379d961bfb8bbbe4284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875BEF79-B131-4589-B335-E0C03BD0C500}"/>
</file>

<file path=customXml/itemProps2.xml><?xml version="1.0" encoding="utf-8"?>
<ds:datastoreItem xmlns:ds="http://schemas.openxmlformats.org/officeDocument/2006/customXml" ds:itemID="{87AFEB6E-84A2-4634-9674-E235B545AB45}"/>
</file>

<file path=customXml/itemProps3.xml><?xml version="1.0" encoding="utf-8"?>
<ds:datastoreItem xmlns:ds="http://schemas.openxmlformats.org/officeDocument/2006/customXml" ds:itemID="{C83BD185-55EB-4847-8D41-7CE4DD792EDB}"/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와이드스크린</PresentationFormat>
  <Paragraphs>0</Paragraphs>
  <Slides>30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15</cp:revision>
  <dcterms:created xsi:type="dcterms:W3CDTF">2023-06-21T01:18:15Z</dcterms:created>
  <dcterms:modified xsi:type="dcterms:W3CDTF">2025-05-16T07:55:12Z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