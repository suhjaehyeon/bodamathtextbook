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8" r:id="rId2"/>
    <p:sldId id="264" r:id="rId3"/>
    <p:sldId id="291" r:id="rId4"/>
    <p:sldId id="283" r:id="rId5"/>
    <p:sldId id="261" r:id="rId6"/>
    <p:sldId id="281" r:id="rId7"/>
    <p:sldId id="285" r:id="rId8"/>
    <p:sldId id="286" r:id="rId9"/>
    <p:sldId id="287" r:id="rId10"/>
    <p:sldId id="288" r:id="rId11"/>
    <p:sldId id="289" r:id="rId12"/>
    <p:sldId id="292" r:id="rId13"/>
    <p:sldId id="293" r:id="rId14"/>
    <p:sldId id="294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16" y="13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-5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날짜 개체 틀 2">
            <a:extLst>
              <a:ext uri="{FF2B5EF4-FFF2-40B4-BE49-F238E27FC236}">
                <a16:creationId xmlns:a16="http://schemas.microsoft.com/office/drawing/2014/main" id="{B9C56D7A-BE07-4B59-85E0-F40729E1EC8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3-1 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2264B7-6FEA-62D4-4EF9-B9C5DAAD21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3091" y="300560"/>
            <a:ext cx="2519390" cy="50753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C9250E7-5950-44E1-123C-6EE9F789D10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t="-10139" b="1"/>
          <a:stretch/>
        </p:blipFill>
        <p:spPr>
          <a:xfrm>
            <a:off x="47838" y="-86446"/>
            <a:ext cx="893827" cy="89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3653F53-2C04-4730-A2A7-CCAF1089CD6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6" name="날짜 개체 틀 2">
            <a:extLst>
              <a:ext uri="{FF2B5EF4-FFF2-40B4-BE49-F238E27FC236}">
                <a16:creationId xmlns:a16="http://schemas.microsoft.com/office/drawing/2014/main" id="{09529BA0-7FED-4965-A198-6D1C177090EE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2-2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6DEDC93-C09D-4EA9-AAA8-1273F11E9802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BEE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9AC3CCAC-7C99-412A-BD07-9DAFE6BC7E7D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3-1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E4D0E127-7567-4149-AC6B-F459D67813F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2-2 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276B3EE-E4EE-75EB-7A0C-4DE5AA208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13" y="1217561"/>
            <a:ext cx="9243480" cy="60241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149EB53-443A-9188-3BBE-29F2DA49C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491" y="1902561"/>
            <a:ext cx="7967400" cy="389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019D5-3CAA-D746-BA06-507B649C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2304775-C70C-9277-B996-7ED99C70B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88" y="1196502"/>
            <a:ext cx="9275868" cy="65423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0B194F2-9474-40C2-1034-9202DE36C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42" y="1916725"/>
            <a:ext cx="9347121" cy="43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72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270F7-75DC-CA7A-687B-794F5A778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1B83DBF-0BF9-3114-C0F9-132202CD4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88" y="1196502"/>
            <a:ext cx="9275868" cy="65423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1F7ABDA-3627-4C3E-3B6B-A4D9DF87C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09" y="1920060"/>
            <a:ext cx="9075063" cy="195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776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7694-C991-FB0D-BE3B-EBA3D6390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B285720-2FC8-25E1-151B-824ACE4D3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34" y="1179457"/>
            <a:ext cx="9275868" cy="66718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7C1DC28-3716-6EBC-9B1E-550D8946E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96" y="1812799"/>
            <a:ext cx="9301778" cy="253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6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4555EA8-A06E-EF26-31B7-149DF8E3A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9" y="730620"/>
            <a:ext cx="6037087" cy="376994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EC2A501-CBBB-A9C8-45CB-21A39E90F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460" y="837414"/>
            <a:ext cx="5421719" cy="233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2982-33F2-8D31-1DA9-FA1061C0E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B67DE77-2F16-7493-A855-7D8089CBE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71" y="718738"/>
            <a:ext cx="6037087" cy="571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32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E82B4-9CCE-C811-E355-16EBB7A66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82D6799-9E91-1514-5497-926A5DCAB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0" y="738788"/>
            <a:ext cx="5991744" cy="305093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E7B816D-6AF2-C915-CFCE-9E8F413FF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651" y="899044"/>
            <a:ext cx="6088908" cy="474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65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66D1-B57D-7481-38B9-F45620D2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4E8DF26-B402-5070-460B-91EFA7F92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635" y="928758"/>
            <a:ext cx="6030610" cy="343310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3BE01EB-3EA5-36C3-73F2-DAFBD9A89F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49"/>
          <a:stretch/>
        </p:blipFill>
        <p:spPr>
          <a:xfrm>
            <a:off x="101016" y="716437"/>
            <a:ext cx="5946401" cy="437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8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D29B-FE75-677E-C7B6-D1BCBC58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4BB9C27-2DD4-784C-EDB2-A57B77BE1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86" y="714034"/>
            <a:ext cx="5939924" cy="548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52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9EE26-646D-B2A3-43DF-A144DEF09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655BC05-06CD-2B69-EC6C-40AB74BE1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93" y="727857"/>
            <a:ext cx="5965834" cy="331003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CC54ABB-824C-7845-7C64-625F85EDF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586" y="1020086"/>
            <a:ext cx="5797417" cy="270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76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ABC6B-DA33-C52D-86B4-D4DDA80E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1513D0F-5E04-D04E-B643-7A95164FF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43" y="707086"/>
            <a:ext cx="6043565" cy="546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939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2C2663-5872-993B-9577-148A305DB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82" y="738185"/>
            <a:ext cx="6037087" cy="561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101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B6264F8-8EC9-4581-C7DD-752EE8F08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3" y="728787"/>
            <a:ext cx="6011177" cy="34525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B87BED8-09C4-2046-D5D0-9AEDE2357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492" y="1049304"/>
            <a:ext cx="6069475" cy="453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031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9C39FC4-3719-83A0-F4A8-6DEA3B157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35" y="716639"/>
            <a:ext cx="5965834" cy="451486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32A5AAC-8E3F-9535-39EB-51E27223E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401" y="921463"/>
            <a:ext cx="5136706" cy="246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239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ea93438e1c61af80dab6fd560f3e28df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35ee5a466098b379d961bfb8bbbe4284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C5915A34-F055-43DC-81D5-8A25C9D05264}"/>
</file>

<file path=customXml/itemProps2.xml><?xml version="1.0" encoding="utf-8"?>
<ds:datastoreItem xmlns:ds="http://schemas.openxmlformats.org/officeDocument/2006/customXml" ds:itemID="{3CAA790A-B2D5-4219-B88C-CAC9711BAEC2}"/>
</file>

<file path=customXml/itemProps3.xml><?xml version="1.0" encoding="utf-8"?>
<ds:datastoreItem xmlns:ds="http://schemas.openxmlformats.org/officeDocument/2006/customXml" ds:itemID="{4BA8780E-59EC-4B6F-8C94-7A094E3FD943}"/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0</Words>
  <Application>Microsoft Office PowerPoint</Application>
  <PresentationFormat>와이드스크린</PresentationFormat>
  <Paragraphs>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18</cp:revision>
  <dcterms:created xsi:type="dcterms:W3CDTF">2023-06-21T01:18:15Z</dcterms:created>
  <dcterms:modified xsi:type="dcterms:W3CDTF">2025-05-20T00:24:23Z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