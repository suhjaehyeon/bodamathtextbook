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8" r:id="rId2"/>
    <p:sldId id="290" r:id="rId3"/>
    <p:sldId id="264" r:id="rId4"/>
    <p:sldId id="282" r:id="rId5"/>
    <p:sldId id="283" r:id="rId6"/>
    <p:sldId id="284" r:id="rId7"/>
    <p:sldId id="291" r:id="rId8"/>
    <p:sldId id="292" r:id="rId9"/>
    <p:sldId id="261" r:id="rId10"/>
    <p:sldId id="281" r:id="rId11"/>
    <p:sldId id="285" r:id="rId12"/>
    <p:sldId id="286" r:id="rId13"/>
    <p:sldId id="287" r:id="rId14"/>
    <p:sldId id="288" r:id="rId15"/>
    <p:sldId id="289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0BB1770-FE71-65A3-522E-44DBFA9916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5642" b="4088"/>
          <a:stretch/>
        </p:blipFill>
        <p:spPr>
          <a:xfrm>
            <a:off x="23961" y="-1"/>
            <a:ext cx="922024" cy="79158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0C6CBB-98D3-47C4-D313-171531ECEB8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6431" y="298043"/>
            <a:ext cx="3292125" cy="5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9D95D79-C914-BCFF-4A53-CEF9B8224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29" y="1211746"/>
            <a:ext cx="9262912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5D27074-76C7-5AB3-0665-BDD68D9B3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12" y="1909540"/>
            <a:ext cx="9275868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873B-9552-8620-CA78-193CCA89D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B05A3B-1D88-6EEB-A95C-5BF0DFC60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29" y="1211746"/>
            <a:ext cx="9262912" cy="62832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55068DD-E871-3589-40EC-9BE68F90D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60" y="1943739"/>
            <a:ext cx="6866215" cy="209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11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D45129-CE5A-CBFA-E69A-D5BA6E988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59" y="1179456"/>
            <a:ext cx="9243480" cy="6671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CFFDE02-3079-0212-EC46-348C6843C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34" y="1893780"/>
            <a:ext cx="8699365" cy="237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2826615-A347-D3E7-B37D-2CBBD3EA5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78" y="1188883"/>
            <a:ext cx="9295301" cy="6671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9E65CD-C1AC-F9B8-A6B7-DDA90E8BB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33" y="1912632"/>
            <a:ext cx="9295301" cy="395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1C0C47-C7A7-17EA-682E-1C8492728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17" y="1188883"/>
            <a:ext cx="9269390" cy="6671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11EC335-DE7A-26D6-3D62-F8A1F27CE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12" y="1929130"/>
            <a:ext cx="5486494" cy="321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825709-8D70-47E6-CF68-C064A9CFD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56" y="1164412"/>
            <a:ext cx="9243480" cy="6607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0662E8-A3C9-7F70-2728-17526DA59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41" y="1895195"/>
            <a:ext cx="8401397" cy="201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D5C46-F2C6-C016-8794-2F7BA38AB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D5FA62-B19D-DF73-88B8-1C3C165B6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56" y="1164412"/>
            <a:ext cx="9243480" cy="6607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4BAFA37-2B24-E28B-7E25-493691C33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57" y="1881685"/>
            <a:ext cx="8595724" cy="354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04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AEFA8-325E-758A-14B5-BA42152C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1C02A20-077E-5F5E-4487-4B869DE82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56" y="1164412"/>
            <a:ext cx="9243480" cy="6607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E125B27-6B1F-E39F-41E0-50D97E160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51" y="1945935"/>
            <a:ext cx="7973878" cy="45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0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00A8B5-2A41-41BC-A93D-243BCA3840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91"/>
          <a:stretch/>
        </p:blipFill>
        <p:spPr>
          <a:xfrm>
            <a:off x="244632" y="725863"/>
            <a:ext cx="6037087" cy="33423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5553647-0BBD-46DC-5742-DB957688F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146" y="945060"/>
            <a:ext cx="5421719" cy="41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F0D7DB-E9F9-FB96-E9CA-A48EF3F0C4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9"/>
          <a:stretch/>
        </p:blipFill>
        <p:spPr>
          <a:xfrm>
            <a:off x="112656" y="744718"/>
            <a:ext cx="6037087" cy="35705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4DB6951-2DEB-24E7-5925-AE8615732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743" y="940324"/>
            <a:ext cx="5972312" cy="301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F8BFB8-9A82-A052-CB20-F7ED518FE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10" y="817317"/>
            <a:ext cx="6192548" cy="43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9E7869-8CFF-672C-3C5A-CECD00962F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6"/>
          <a:stretch/>
        </p:blipFill>
        <p:spPr>
          <a:xfrm>
            <a:off x="50476" y="810704"/>
            <a:ext cx="6030610" cy="30538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6F0B81B-6983-7EEA-164A-E3F24D003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232" y="889560"/>
            <a:ext cx="6056519" cy="270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BD40D8-6124-123B-048E-A3466AE3EF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6"/>
          <a:stretch/>
        </p:blipFill>
        <p:spPr>
          <a:xfrm>
            <a:off x="109463" y="716437"/>
            <a:ext cx="6471465" cy="466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1AE513-225E-37E6-4FCF-288945CB32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5"/>
          <a:stretch/>
        </p:blipFill>
        <p:spPr>
          <a:xfrm>
            <a:off x="112653" y="763571"/>
            <a:ext cx="6037087" cy="31719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9C0A763-2C36-F367-38E7-68CFE098B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313" y="906245"/>
            <a:ext cx="5991744" cy="279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D43C75-0AEB-4CC3-6491-AA5D82C12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6" y="796334"/>
            <a:ext cx="6069475" cy="535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62C871-E558-E903-9BC2-68022033A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80" y="760801"/>
            <a:ext cx="6069475" cy="500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40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1865A1-F5E9-58A9-E7A7-DBB3BD8414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81"/>
          <a:stretch/>
        </p:blipFill>
        <p:spPr>
          <a:xfrm>
            <a:off x="84374" y="744718"/>
            <a:ext cx="6037087" cy="36023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FAD3200-E986-2550-4422-398B4A662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61" y="968992"/>
            <a:ext cx="6004699" cy="240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25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10FCF6-5B87-8FEF-63AB-27A895E1D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26" y="742596"/>
            <a:ext cx="6121295" cy="55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30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CEE61A-F82C-5351-60F4-951B380B6C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20"/>
          <a:stretch/>
        </p:blipFill>
        <p:spPr>
          <a:xfrm>
            <a:off x="150757" y="744717"/>
            <a:ext cx="5972312" cy="36673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A610B05-4806-E8F2-69AC-60C7527F1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080" y="929701"/>
            <a:ext cx="6069475" cy="266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67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4D76FF-1CD0-16CB-1945-4CD4FCE2F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91"/>
          <a:stretch/>
        </p:blipFill>
        <p:spPr>
          <a:xfrm>
            <a:off x="18389" y="744718"/>
            <a:ext cx="6037087" cy="24678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C928663-6E8B-CBB2-4BCE-EC5F8336F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476" y="890458"/>
            <a:ext cx="6088908" cy="353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65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27611E9-3553-0792-A6C1-4748CCEC0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0" y="758902"/>
            <a:ext cx="6004699" cy="37699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2FDFE0D-A1E6-271F-2156-5CD0A6BFDF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5"/>
          <a:stretch/>
        </p:blipFill>
        <p:spPr>
          <a:xfrm>
            <a:off x="6103330" y="828453"/>
            <a:ext cx="6004699" cy="31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27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32DB65-80E9-234D-5E06-DA1DE83F70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7"/>
          <a:stretch/>
        </p:blipFill>
        <p:spPr>
          <a:xfrm>
            <a:off x="63713" y="716437"/>
            <a:ext cx="6024132" cy="282568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A9D5932-AC9D-CDBE-08B6-A0F250B403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7"/>
          <a:stretch/>
        </p:blipFill>
        <p:spPr>
          <a:xfrm>
            <a:off x="6076626" y="824864"/>
            <a:ext cx="6024132" cy="346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70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303B80-99BB-454F-D10C-57CF3367A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2" y="884374"/>
            <a:ext cx="6011177" cy="26752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EADD825-6087-5C72-2872-A4253D0D2B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"/>
          <a:stretch/>
        </p:blipFill>
        <p:spPr>
          <a:xfrm>
            <a:off x="6098361" y="884374"/>
            <a:ext cx="6011177" cy="292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6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A29C65E1-11B3-44A5-A46F-67F4B6AE3A7D}"/>
</file>

<file path=customXml/itemProps2.xml><?xml version="1.0" encoding="utf-8"?>
<ds:datastoreItem xmlns:ds="http://schemas.openxmlformats.org/officeDocument/2006/customXml" ds:itemID="{93A6283E-A5E8-47FB-A8DB-BD74C505867A}"/>
</file>

<file path=customXml/itemProps3.xml><?xml version="1.0" encoding="utf-8"?>
<ds:datastoreItem xmlns:ds="http://schemas.openxmlformats.org/officeDocument/2006/customXml" ds:itemID="{E3FEC04C-BEE9-473F-BB15-44A74FAEB48D}"/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0</Words>
  <Application>Microsoft Office PowerPoint</Application>
  <PresentationFormat>와이드스크린</PresentationFormat>
  <Paragraphs>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15</cp:revision>
  <dcterms:created xsi:type="dcterms:W3CDTF">2023-06-21T01:18:15Z</dcterms:created>
  <dcterms:modified xsi:type="dcterms:W3CDTF">2025-05-16T07:28:46Z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