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64" r:id="rId2"/>
    <p:sldId id="258" r:id="rId3"/>
    <p:sldId id="290" r:id="rId4"/>
    <p:sldId id="282" r:id="rId5"/>
    <p:sldId id="283" r:id="rId6"/>
    <p:sldId id="284" r:id="rId7"/>
    <p:sldId id="291" r:id="rId8"/>
    <p:sldId id="261" r:id="rId9"/>
    <p:sldId id="281" r:id="rId10"/>
    <p:sldId id="285" r:id="rId11"/>
    <p:sldId id="286" r:id="rId12"/>
    <p:sldId id="287" r:id="rId13"/>
    <p:sldId id="288" r:id="rId14"/>
    <p:sldId id="289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날짜 개체 틀 2">
            <a:extLst>
              <a:ext uri="{FF2B5EF4-FFF2-40B4-BE49-F238E27FC236}">
                <a16:creationId xmlns:a16="http://schemas.microsoft.com/office/drawing/2014/main" id="{B9C56D7A-BE07-4B59-85E0-F40729E1EC8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3-1 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3F8900F-1EC4-3B5C-96A6-78E394BA761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7839" y="290757"/>
            <a:ext cx="4279763" cy="50753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295D14A-3B39-A9D1-42C9-A26573B7654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t="-9446" b="-1"/>
          <a:stretch/>
        </p:blipFill>
        <p:spPr>
          <a:xfrm>
            <a:off x="33830" y="-89514"/>
            <a:ext cx="902286" cy="89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3653F53-2C04-4730-A2A7-CCAF1089CD6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6" name="날짜 개체 틀 2">
            <a:extLst>
              <a:ext uri="{FF2B5EF4-FFF2-40B4-BE49-F238E27FC236}">
                <a16:creationId xmlns:a16="http://schemas.microsoft.com/office/drawing/2014/main" id="{09529BA0-7FED-4965-A198-6D1C177090EE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2-2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6DEDC93-C09D-4EA9-AAA8-1273F11E9802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BEE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9AC3CCAC-7C99-412A-BD07-9DAFE6BC7E7D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3-1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E4D0E127-7567-4149-AC6B-F459D67813F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2-2 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019D5-3CAA-D746-BA06-507B649C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6080E95-56AD-289E-904A-664F30D77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55" y="1202319"/>
            <a:ext cx="9262912" cy="6283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37704C8-87C5-4505-B296-C3F815E9A1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23" y="1906058"/>
            <a:ext cx="8517993" cy="406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72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2A90400-8E78-19B3-9B4D-9D9230589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32" y="1187076"/>
            <a:ext cx="9295301" cy="65423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7390349-F3F0-8538-5A23-170A733331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49" y="1906026"/>
            <a:ext cx="9269390" cy="2092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E2F32-D0CA-D104-4DA0-90A9E35E5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8A78A02-3D57-A7C9-B623-D2C91A283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532" y="1187076"/>
            <a:ext cx="9295301" cy="65423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5333924-165D-B8C4-1036-E745399C0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13" y="1907299"/>
            <a:ext cx="9308256" cy="32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340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085C8-6F76-8742-E51A-281242CA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F6FE4EF-F6F6-E151-2A70-6471DF2F5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14" y="1198506"/>
            <a:ext cx="9243480" cy="63480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52F8848-0CB2-73DA-47BB-15CD10B2F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987" y="1893040"/>
            <a:ext cx="9301778" cy="267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13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7694-C991-FB0D-BE3B-EBA3D6390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B3D871B-32F8-51F3-D564-C1B988994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587" y="1192892"/>
            <a:ext cx="9243480" cy="6283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43AECA4-7EAB-6A18-5940-0926D79F8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854" y="1875889"/>
            <a:ext cx="9243480" cy="393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6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26064-7A9D-8322-92E2-319FFFA6A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EB647FA-4E2F-8F4D-0CE8-4D1B36899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82" y="1202318"/>
            <a:ext cx="9262912" cy="6283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BCFCB52-F5CD-BC1D-CA47-F744756F1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144" y="1885143"/>
            <a:ext cx="8213547" cy="4275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5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AAB34-AD5C-8443-8437-A391FE0D6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78B1CCA-AE3E-9654-FA0A-D1EB2823C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78" y="1191085"/>
            <a:ext cx="9249958" cy="61536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FEFD15C-73FD-B65B-BF28-C158747B8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994" y="1930598"/>
            <a:ext cx="6231414" cy="331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051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3B27DDD-B922-D691-CBF6-FE9584570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49" y="728918"/>
            <a:ext cx="5959357" cy="250681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95C5A9E-6E19-7325-5E71-C1C16D5640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867" y="985342"/>
            <a:ext cx="3802329" cy="373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2982-33F2-8D31-1DA9-FA1061C0E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45F67F6-8CEB-0A8C-AC04-51472A6C7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84" y="720531"/>
            <a:ext cx="5998222" cy="295376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04B0336-579B-6FD0-29E9-A88EAF1CE5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817" y="884271"/>
            <a:ext cx="6075952" cy="392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32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E82B4-9CCE-C811-E355-16EBB7A66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C5CAD60-D760-A94C-EEB6-09ACE891EB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0"/>
          <a:stretch/>
        </p:blipFill>
        <p:spPr>
          <a:xfrm>
            <a:off x="235006" y="716438"/>
            <a:ext cx="6069475" cy="527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65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66D1-B57D-7481-38B9-F45620D2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6577ECF-2FE9-1327-C33B-A9EA5E0DE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32" y="712678"/>
            <a:ext cx="6037087" cy="516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8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D29B-FE75-677E-C7B6-D1BCBC58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D655020-2BE6-C64B-6538-CCE6981669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61"/>
          <a:stretch/>
        </p:blipFill>
        <p:spPr>
          <a:xfrm>
            <a:off x="225778" y="725863"/>
            <a:ext cx="6037087" cy="380366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6A4ED2-0BBF-D017-3CDB-7CDC3FFD7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673" y="946723"/>
            <a:ext cx="5259780" cy="2344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52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9EE26-646D-B2A3-43DF-A144DEF09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2E2E4BA-30FC-8814-21FE-3B69E2EE1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92" y="776884"/>
            <a:ext cx="6011177" cy="545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76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ABC6B-DA33-C52D-86B4-D4DDA80E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1BFD257-B7CE-CE80-AFF4-E037DC8367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22"/>
          <a:stretch/>
        </p:blipFill>
        <p:spPr>
          <a:xfrm>
            <a:off x="273308" y="754144"/>
            <a:ext cx="5972312" cy="339071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A170A7B-D080-D278-85DF-B4131D4047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620" y="963248"/>
            <a:ext cx="5104318" cy="334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939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E0DD5DF-7900-60F8-58D8-DAAF8F85C5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45"/>
          <a:stretch/>
        </p:blipFill>
        <p:spPr>
          <a:xfrm>
            <a:off x="241019" y="763571"/>
            <a:ext cx="6011177" cy="413908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DBE39F8-6C54-2D1D-B5FC-2236A7948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331" y="971054"/>
            <a:ext cx="4767485" cy="244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17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8911C35-CDAA-9F88-4F7B-4FEDC8FD1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" y="749997"/>
            <a:ext cx="5998222" cy="275944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CBDBBCA-D8D8-F992-76C5-81BC4A8CF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573" y="834840"/>
            <a:ext cx="6075952" cy="357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7653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257B25A-9777-F891-213E-7A864146B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36" y="723226"/>
            <a:ext cx="5907536" cy="571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566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177E38-E76D-18FD-707F-123F71860A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74"/>
          <a:stretch/>
        </p:blipFill>
        <p:spPr>
          <a:xfrm>
            <a:off x="229392" y="763571"/>
            <a:ext cx="6062997" cy="482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421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E63A66-DBCD-A8C9-4CC3-710234022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69" y="807323"/>
            <a:ext cx="6037087" cy="513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771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3BC3681-CCE4-1083-69D0-FE3036992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" y="821133"/>
            <a:ext cx="5978790" cy="191735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BB50350-41AC-30F1-98B5-ABF0D6B20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091" y="887122"/>
            <a:ext cx="6024132" cy="4126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95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6BC8B14-E8EE-1713-1A3B-D13276EBF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02" y="744124"/>
            <a:ext cx="6101863" cy="464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3094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26735EF-F10F-FD48-7868-80B690C961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17" b="1"/>
          <a:stretch/>
        </p:blipFill>
        <p:spPr>
          <a:xfrm>
            <a:off x="184262" y="744718"/>
            <a:ext cx="6043565" cy="5605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3418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FDE9EBF-EF01-6B4B-C87F-D4F13B182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46" y="767432"/>
            <a:ext cx="6037087" cy="514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2492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B4C46E4-AA49-DFF1-388E-ABD437D963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96"/>
          <a:stretch/>
        </p:blipFill>
        <p:spPr>
          <a:xfrm>
            <a:off x="153184" y="744718"/>
            <a:ext cx="6192548" cy="513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5687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986F330-E150-0718-85B0-E0039B98B1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31"/>
          <a:stretch/>
        </p:blipFill>
        <p:spPr>
          <a:xfrm>
            <a:off x="263483" y="754144"/>
            <a:ext cx="6037087" cy="541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4085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8C16381-115F-0BEC-3586-80B26FE7B3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4"/>
          <a:stretch/>
        </p:blipFill>
        <p:spPr>
          <a:xfrm>
            <a:off x="239213" y="754144"/>
            <a:ext cx="5998222" cy="528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9461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44C0EE6-6635-6F66-E854-341470211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3" y="704417"/>
            <a:ext cx="5978790" cy="466384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17CA9DE-18D0-C82E-1EEE-5D2F8D562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769" y="854675"/>
            <a:ext cx="6069475" cy="237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489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ea93438e1c61af80dab6fd560f3e28df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35ee5a466098b379d961bfb8bbbe4284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AED3E2F1-4FE3-46C8-946C-EB004364868D}"/>
</file>

<file path=customXml/itemProps2.xml><?xml version="1.0" encoding="utf-8"?>
<ds:datastoreItem xmlns:ds="http://schemas.openxmlformats.org/officeDocument/2006/customXml" ds:itemID="{C9484E53-29E3-4F65-8BAE-462827785F48}"/>
</file>

<file path=customXml/itemProps3.xml><?xml version="1.0" encoding="utf-8"?>
<ds:datastoreItem xmlns:ds="http://schemas.openxmlformats.org/officeDocument/2006/customXml" ds:itemID="{A99EE07E-E749-4300-8953-D17768B6831A}"/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0</Words>
  <Application>Microsoft Office PowerPoint</Application>
  <PresentationFormat>와이드스크린</PresentationFormat>
  <Paragraphs>0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17</cp:revision>
  <dcterms:created xsi:type="dcterms:W3CDTF">2023-06-21T01:18:15Z</dcterms:created>
  <dcterms:modified xsi:type="dcterms:W3CDTF">2025-05-20T00:31:10Z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