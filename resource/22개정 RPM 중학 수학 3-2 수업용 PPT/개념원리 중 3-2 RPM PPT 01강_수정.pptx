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314" r:id="rId3"/>
    <p:sldId id="315" r:id="rId4"/>
    <p:sldId id="316" r:id="rId5"/>
    <p:sldId id="317" r:id="rId6"/>
    <p:sldId id="318" r:id="rId7"/>
    <p:sldId id="261" r:id="rId8"/>
    <p:sldId id="313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디자인, 클립아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9F7AF2A-FC54-6A7D-5C74-0BCA998820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477"/>
          <a:stretch>
            <a:fillRect/>
          </a:stretch>
        </p:blipFill>
        <p:spPr>
          <a:xfrm>
            <a:off x="9427" y="-1"/>
            <a:ext cx="916433" cy="814108"/>
          </a:xfrm>
          <a:prstGeom prst="rect">
            <a:avLst/>
          </a:prstGeom>
        </p:spPr>
      </p:pic>
      <p:pic>
        <p:nvPicPr>
          <p:cNvPr id="4" name="그림 3" descr="폰트, 타이포그래피, 상징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2B2EE81-4911-78B6-D91D-44AA5FE775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1973" y="282534"/>
            <a:ext cx="1268907" cy="50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195CC6C-DF57-C4FD-024F-D4ACC6828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85" y="1070318"/>
            <a:ext cx="9287695" cy="417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B4A3-8275-A529-ADE4-C8B3D8FD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3EE5A3-33B9-F1D3-E162-28D061FB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85" y="1087368"/>
            <a:ext cx="9303890" cy="615401"/>
          </a:xfrm>
          <a:prstGeom prst="rect">
            <a:avLst/>
          </a:prstGeom>
        </p:spPr>
      </p:pic>
      <p:pic>
        <p:nvPicPr>
          <p:cNvPr id="5" name="그림 4" descr="텍스트, 도표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F5A76B4-C446-60AE-0CA2-802CD3A5B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0" y="1749904"/>
            <a:ext cx="9401058" cy="4955597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63FF2562-EA91-B5AA-0024-D058CC06BF69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 xml:space="preserve"> 중학 수학 </a:t>
            </a:r>
            <a:r>
              <a:rPr lang="en-US" altLang="ko-KR" dirty="0"/>
              <a:t xml:space="preserve"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9403-6FA9-B288-E58F-38E570A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85A680A-A048-2FE8-7F3F-8B2B4EB5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9" y="1062970"/>
            <a:ext cx="9320084" cy="535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1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D70A-6920-5EEC-7F9A-D76BF1E1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92A67C2-8ECD-B01D-5660-4E670BDF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8" y="1086615"/>
            <a:ext cx="9295792" cy="38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2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E315F-D334-7028-FC85-2336AA0A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3AE6803-F8FA-0EB3-6A51-5542DD523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12" y="1092944"/>
            <a:ext cx="9287695" cy="50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2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4FD1-0348-213E-DB12-B45B0277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0AB4F7D-F03D-CA38-9F4D-2FA8721E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1" y="1083417"/>
            <a:ext cx="9328182" cy="50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2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폰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4A5B76A-1D6B-331F-1FDB-D5687659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8"/>
          <a:stretch>
            <a:fillRect/>
          </a:stretch>
        </p:blipFill>
        <p:spPr>
          <a:xfrm>
            <a:off x="68091" y="697584"/>
            <a:ext cx="6048743" cy="3400406"/>
          </a:xfrm>
          <a:prstGeom prst="rect">
            <a:avLst/>
          </a:prstGeom>
        </p:spPr>
      </p:pic>
      <p:pic>
        <p:nvPicPr>
          <p:cNvPr id="8" name="그림 7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4999AB5-516D-9B18-3D14-136AE55DE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69" y="981709"/>
            <a:ext cx="5992061" cy="31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4060F02-27F4-02E6-B6CD-86CF7548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4"/>
          <a:stretch>
            <a:fillRect/>
          </a:stretch>
        </p:blipFill>
        <p:spPr>
          <a:xfrm>
            <a:off x="256332" y="707010"/>
            <a:ext cx="6097327" cy="500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1253270-D4E2-F7E8-86BD-39BF0575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5" y="822483"/>
            <a:ext cx="5975866" cy="3068907"/>
          </a:xfrm>
          <a:prstGeom prst="rect">
            <a:avLst/>
          </a:prstGeom>
        </p:spPr>
      </p:pic>
      <p:pic>
        <p:nvPicPr>
          <p:cNvPr id="7" name="그림 6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F72EA7E-CDBE-EB36-2246-AABA7DF60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415" y="953251"/>
            <a:ext cx="5546706" cy="30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3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F278369-4644-3F5C-9484-F77EBAC6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5"/>
          <a:stretch>
            <a:fillRect/>
          </a:stretch>
        </p:blipFill>
        <p:spPr>
          <a:xfrm>
            <a:off x="144002" y="707010"/>
            <a:ext cx="5967769" cy="3195076"/>
          </a:xfrm>
          <a:prstGeom prst="rect">
            <a:avLst/>
          </a:prstGeom>
        </p:spPr>
      </p:pic>
      <p:pic>
        <p:nvPicPr>
          <p:cNvPr id="7" name="그림 6" descr="텍스트, 라인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2D7F7A7-8D74-BB03-3887-A908C806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052" y="1019783"/>
            <a:ext cx="6008256" cy="25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폰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C172F37-3CDC-43FB-3276-773975897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8" y="846099"/>
            <a:ext cx="6000159" cy="3060810"/>
          </a:xfrm>
          <a:prstGeom prst="rect">
            <a:avLst/>
          </a:prstGeom>
        </p:spPr>
      </p:pic>
      <p:pic>
        <p:nvPicPr>
          <p:cNvPr id="5" name="그림 4" descr="텍스트, 도표, 라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48CE8F0-7B9A-28C1-E6ED-8356C4D9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537" y="993245"/>
            <a:ext cx="6016354" cy="366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0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3D27127-27E0-0EAD-9F28-005900A7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9" y="832893"/>
            <a:ext cx="6016354" cy="3676211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4D85B62-FC33-45B4-8904-D81C1B1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9" y="979452"/>
            <a:ext cx="5983963" cy="36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3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1802D5F-0B2C-F0D0-6F47-8E3C4BFA6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7" y="824685"/>
            <a:ext cx="5983963" cy="1943371"/>
          </a:xfrm>
          <a:prstGeom prst="rect">
            <a:avLst/>
          </a:prstGeom>
        </p:spPr>
      </p:pic>
      <p:pic>
        <p:nvPicPr>
          <p:cNvPr id="7" name="그림 6" descr="텍스트, 도표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4F81D95-1A85-CE62-45FC-FE113556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46" y="954642"/>
            <a:ext cx="6129716" cy="38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0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D0AB54D-B6C4-FAAB-1924-53AEC7AF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2"/>
          <a:stretch>
            <a:fillRect/>
          </a:stretch>
        </p:blipFill>
        <p:spPr>
          <a:xfrm>
            <a:off x="290070" y="707009"/>
            <a:ext cx="5975866" cy="372622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66A028C-F671-1DCC-8E20-05724744E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61" y="892622"/>
            <a:ext cx="4453559" cy="39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68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AAE62EF-7CDB-4DAB-CB29-EC6F41FDC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84" y="777000"/>
            <a:ext cx="6056840" cy="510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6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FFD3D2E-8BEA-7D8E-E691-F224F5F8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6"/>
          <a:stretch>
            <a:fillRect/>
          </a:stretch>
        </p:blipFill>
        <p:spPr>
          <a:xfrm>
            <a:off x="25919" y="697583"/>
            <a:ext cx="6008256" cy="4018693"/>
          </a:xfrm>
          <a:prstGeom prst="rect">
            <a:avLst/>
          </a:prstGeom>
        </p:spPr>
      </p:pic>
      <p:pic>
        <p:nvPicPr>
          <p:cNvPr id="7" name="그림 6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A9C4474-C1C1-7615-0D94-7F7106488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33" y="974819"/>
            <a:ext cx="6008256" cy="20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E6CB296-1ADC-98A8-4285-9B470F03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94" y="823136"/>
            <a:ext cx="6024451" cy="526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84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폰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840EFEA-22A9-A80E-7C3D-713677A8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2"/>
          <a:stretch>
            <a:fillRect/>
          </a:stretch>
        </p:blipFill>
        <p:spPr>
          <a:xfrm>
            <a:off x="96867" y="716437"/>
            <a:ext cx="5967769" cy="3552503"/>
          </a:xfrm>
          <a:prstGeom prst="rect">
            <a:avLst/>
          </a:prstGeom>
        </p:spPr>
      </p:pic>
      <p:pic>
        <p:nvPicPr>
          <p:cNvPr id="5" name="그림 4" descr="텍스트, 라인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10E5F9A-E5D6-CF0B-C13A-4F7AE0376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490" y="963584"/>
            <a:ext cx="6008256" cy="31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E4F6068-EDEE-03EA-D6C3-C3E9DCA80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5" y="858022"/>
            <a:ext cx="5935379" cy="2599259"/>
          </a:xfrm>
          <a:prstGeom prst="rect">
            <a:avLst/>
          </a:prstGeom>
        </p:spPr>
      </p:pic>
      <p:pic>
        <p:nvPicPr>
          <p:cNvPr id="7" name="그림 6" descr="텍스트, 폰트, 스크린샷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FE019D0-4BE8-D1FE-3523-257AEF49D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02" y="924011"/>
            <a:ext cx="3579042" cy="315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31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AC2787A-1655-61C8-5AA6-BE02B7D8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/>
          <a:stretch>
            <a:fillRect/>
          </a:stretch>
        </p:blipFill>
        <p:spPr>
          <a:xfrm>
            <a:off x="285308" y="716437"/>
            <a:ext cx="5983963" cy="3889930"/>
          </a:xfrm>
          <a:prstGeom prst="rect">
            <a:avLst/>
          </a:prstGeom>
        </p:spPr>
      </p:pic>
      <p:pic>
        <p:nvPicPr>
          <p:cNvPr id="5" name="그림 4" descr="텍스트, 폰트, 스크린샷, 화이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B14DC91-5618-5251-2864-E6EB32E64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95" y="949905"/>
            <a:ext cx="5319978" cy="22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8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9EE9F3A-4D49-940F-A29B-BD31F32A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29" y="797112"/>
            <a:ext cx="6000159" cy="549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92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C332F34-1F8B-5D0C-AD9E-988B60281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" y="808392"/>
            <a:ext cx="6008256" cy="306081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D893276-6A45-CEDF-1394-D1A62F541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875" y="942443"/>
            <a:ext cx="6040646" cy="34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19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148544F-D187-F138-4339-CA69F451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/>
          <a:stretch>
            <a:fillRect/>
          </a:stretch>
        </p:blipFill>
        <p:spPr>
          <a:xfrm>
            <a:off x="54099" y="716436"/>
            <a:ext cx="6024451" cy="2455271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200C9A6-23F8-BBC9-CEC6-69D9071CC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50" y="963373"/>
            <a:ext cx="6032548" cy="391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6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CF94E2E-C743-F318-5DE5-D2421DAD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7" y="757689"/>
            <a:ext cx="6024451" cy="2874570"/>
          </a:xfrm>
          <a:prstGeom prst="rect">
            <a:avLst/>
          </a:prstGeom>
        </p:spPr>
      </p:pic>
      <p:pic>
        <p:nvPicPr>
          <p:cNvPr id="5" name="그림 4" descr="텍스트, 라인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3D89F19-2506-1F8F-4E76-AB789C06E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979" y="962589"/>
            <a:ext cx="6040646" cy="327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4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3E7D098D-4CBF-4461-B065-0EF91E10ABDD}"/>
</file>

<file path=customXml/itemProps2.xml><?xml version="1.0" encoding="utf-8"?>
<ds:datastoreItem xmlns:ds="http://schemas.openxmlformats.org/officeDocument/2006/customXml" ds:itemID="{AB2D6BDE-3DF9-45E1-B330-37392035D1D3}"/>
</file>

<file path=customXml/itemProps3.xml><?xml version="1.0" encoding="utf-8"?>
<ds:datastoreItem xmlns:ds="http://schemas.openxmlformats.org/officeDocument/2006/customXml" ds:itemID="{2ACF3515-EB34-43B6-9F20-6F51F5F53B1D}"/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</Words>
  <Application>Microsoft Office PowerPoint</Application>
  <PresentationFormat>와이드스크린</PresentationFormat>
  <Paragraphs>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2026-02-02T01:01:40Z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