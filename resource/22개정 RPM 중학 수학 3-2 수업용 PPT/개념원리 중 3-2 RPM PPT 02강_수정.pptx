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4" r:id="rId2"/>
    <p:sldId id="315" r:id="rId3"/>
    <p:sldId id="316" r:id="rId4"/>
    <p:sldId id="317" r:id="rId5"/>
    <p:sldId id="318" r:id="rId6"/>
    <p:sldId id="319" r:id="rId7"/>
    <p:sldId id="261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13" r:id="rId17"/>
    <p:sldId id="328" r:id="rId18"/>
    <p:sldId id="329" r:id="rId19"/>
    <p:sldId id="330" r:id="rId20"/>
    <p:sldId id="33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그래픽, 로고, 디자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A188A46-36B8-972E-173A-00FA944D15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9682" b="1901"/>
          <a:stretch>
            <a:fillRect/>
          </a:stretch>
        </p:blipFill>
        <p:spPr>
          <a:xfrm>
            <a:off x="0" y="-1"/>
            <a:ext cx="948156" cy="791581"/>
          </a:xfrm>
          <a:prstGeom prst="rect">
            <a:avLst/>
          </a:prstGeom>
        </p:spPr>
      </p:pic>
      <p:pic>
        <p:nvPicPr>
          <p:cNvPr id="4" name="그림 3" descr="폰트, 텍스트, 번호, 타이포그래피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FE4D8F6-3DEF-6814-B7A1-068E580447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576" y="313822"/>
            <a:ext cx="2520667" cy="46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2B79-AD8E-F5DC-7498-8C3DBA59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7D2822-D9E4-2DD4-C12F-6F33954B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4" y="1077746"/>
            <a:ext cx="9287695" cy="623498"/>
          </a:xfrm>
          <a:prstGeom prst="rect">
            <a:avLst/>
          </a:prstGeom>
        </p:spPr>
      </p:pic>
      <p:pic>
        <p:nvPicPr>
          <p:cNvPr id="5" name="그림 4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4BDA2AE-6A88-B556-C116-1D2A253D9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45" y="4900418"/>
            <a:ext cx="4785266" cy="1545552"/>
          </a:xfrm>
          <a:prstGeom prst="rect">
            <a:avLst/>
          </a:prstGeom>
        </p:spPr>
      </p:pic>
      <p:pic>
        <p:nvPicPr>
          <p:cNvPr id="7" name="그림 6" descr="텍스트, 라인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0F5A9D0-2063-CC38-F997-6674D91FB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08" y="1706798"/>
            <a:ext cx="8522826" cy="309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3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4AEDC38-535E-3FED-550B-370FE48C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7" y="1050002"/>
            <a:ext cx="9344376" cy="36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4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6D963B-A6E9-5B2F-3EA2-AAFCABD4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58" y="1087469"/>
            <a:ext cx="9287695" cy="599206"/>
          </a:xfrm>
          <a:prstGeom prst="rect">
            <a:avLst/>
          </a:prstGeom>
        </p:spPr>
      </p:pic>
      <p:pic>
        <p:nvPicPr>
          <p:cNvPr id="5" name="그림 4" descr="텍스트, 도표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68566C9-476F-9224-BFC7-6502BA006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58" y="1907435"/>
            <a:ext cx="9263403" cy="44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4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A3C034C-0B57-2711-7DED-6D365FAF8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3" y="1016221"/>
            <a:ext cx="9336279" cy="688277"/>
          </a:xfrm>
          <a:prstGeom prst="rect">
            <a:avLst/>
          </a:prstGeom>
        </p:spPr>
      </p:pic>
      <p:pic>
        <p:nvPicPr>
          <p:cNvPr id="7" name="그림 6" descr="텍스트, 도표, 라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C096220-02CF-29FF-0B1A-41B15964B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04"/>
          <a:stretch>
            <a:fillRect/>
          </a:stretch>
        </p:blipFill>
        <p:spPr>
          <a:xfrm>
            <a:off x="340616" y="1712330"/>
            <a:ext cx="8166446" cy="480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D9956C2-4831-C22A-E563-721F7644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6" y="1096817"/>
            <a:ext cx="9295792" cy="521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8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1A5D6CD-DAB4-6253-B0F3-C2403A494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58" y="1072714"/>
            <a:ext cx="9303890" cy="453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9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라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3D55A0C-CD66-5F01-CA0B-4049897F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" y="756295"/>
            <a:ext cx="6064938" cy="3101296"/>
          </a:xfrm>
          <a:prstGeom prst="rect">
            <a:avLst/>
          </a:prstGeom>
        </p:spPr>
      </p:pic>
      <p:pic>
        <p:nvPicPr>
          <p:cNvPr id="5" name="그림 4" descr="텍스트, 폰트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248E08F-3383-7327-BE26-443F733E5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932" y="905134"/>
            <a:ext cx="6000159" cy="342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F6A9AB6-BA06-79D8-AC3C-44E2D3F01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6" y="750112"/>
            <a:ext cx="6081132" cy="48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0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5D46BCE-DB22-C200-AE92-5001D8A7B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3"/>
          <a:stretch>
            <a:fillRect/>
          </a:stretch>
        </p:blipFill>
        <p:spPr>
          <a:xfrm>
            <a:off x="73053" y="707010"/>
            <a:ext cx="6008256" cy="2500223"/>
          </a:xfrm>
          <a:prstGeom prst="rect">
            <a:avLst/>
          </a:prstGeom>
        </p:spPr>
      </p:pic>
      <p:pic>
        <p:nvPicPr>
          <p:cNvPr id="5" name="그림 4" descr="텍스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B96BED8-BD25-6F2D-38F9-7592FB972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871" y="973197"/>
            <a:ext cx="5975866" cy="3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591E873-D4FE-4A26-7968-337DD62E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6"/>
          <a:stretch>
            <a:fillRect/>
          </a:stretch>
        </p:blipFill>
        <p:spPr>
          <a:xfrm>
            <a:off x="72953" y="707009"/>
            <a:ext cx="6024451" cy="3933275"/>
          </a:xfrm>
          <a:prstGeom prst="rect">
            <a:avLst/>
          </a:prstGeom>
        </p:spPr>
      </p:pic>
      <p:pic>
        <p:nvPicPr>
          <p:cNvPr id="5" name="그림 4" descr="텍스트, 라인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EE79E59-A601-C54D-2C01-11F788FFC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232" y="969856"/>
            <a:ext cx="6016354" cy="209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2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D6F44C1-C9AD-89B2-E5DA-E54AAA18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4" y="778137"/>
            <a:ext cx="6145911" cy="56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7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2E70431-46E4-2CD9-CB32-9BD1420CA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2" b="-1"/>
          <a:stretch>
            <a:fillRect/>
          </a:stretch>
        </p:blipFill>
        <p:spPr>
          <a:xfrm>
            <a:off x="247103" y="707010"/>
            <a:ext cx="6064938" cy="569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0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DBDE12E-FCA0-039E-8C7F-3DBA036F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06" y="763574"/>
            <a:ext cx="6032548" cy="5894893"/>
          </a:xfrm>
          <a:prstGeom prst="rect">
            <a:avLst/>
          </a:prstGeom>
        </p:spPr>
      </p:pic>
      <p:sp>
        <p:nvSpPr>
          <p:cNvPr id="4" name="날짜 개체 틀 2">
            <a:extLst>
              <a:ext uri="{FF2B5EF4-FFF2-40B4-BE49-F238E27FC236}">
                <a16:creationId xmlns:a16="http://schemas.microsoft.com/office/drawing/2014/main" id="{F388883C-7D11-84E7-787C-601994FF61C9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 xml:space="preserve"> 중학 수학 </a:t>
            </a:r>
            <a:r>
              <a:rPr lang="en-US" altLang="ko-KR" dirty="0"/>
              <a:t xml:space="preserve">3-2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536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라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C37F3BA-25F6-1954-C01F-EC5E4822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1"/>
          <a:stretch>
            <a:fillRect/>
          </a:stretch>
        </p:blipFill>
        <p:spPr>
          <a:xfrm>
            <a:off x="58565" y="707009"/>
            <a:ext cx="6064938" cy="3089079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85857AA-D403-CE37-F14D-114E1D75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782" y="931237"/>
            <a:ext cx="5935379" cy="301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5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F9CEA9A-3AD5-AE0F-2A23-0ED7AB66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9" b="-1"/>
          <a:stretch>
            <a:fillRect/>
          </a:stretch>
        </p:blipFill>
        <p:spPr>
          <a:xfrm>
            <a:off x="228249" y="707010"/>
            <a:ext cx="6064938" cy="53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3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라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8EE1665-8871-661F-B27C-EC7CAAEB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8" y="788046"/>
            <a:ext cx="6024451" cy="3303731"/>
          </a:xfrm>
          <a:prstGeom prst="rect">
            <a:avLst/>
          </a:prstGeom>
        </p:spPr>
      </p:pic>
      <p:pic>
        <p:nvPicPr>
          <p:cNvPr id="6" name="그림 5" descr="텍스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DF66A5D-2A48-1099-D44A-269D2E44E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403" y="937878"/>
            <a:ext cx="5992061" cy="34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931A4A6-F242-8C1D-4DDD-9C3B90B6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7" y="838962"/>
            <a:ext cx="5975866" cy="2688330"/>
          </a:xfrm>
          <a:prstGeom prst="rect">
            <a:avLst/>
          </a:prstGeom>
        </p:spPr>
      </p:pic>
      <p:pic>
        <p:nvPicPr>
          <p:cNvPr id="7" name="그림 6" descr="텍스트, 폰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A91CB1D-ABE8-DD27-BEC7-D9642084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169" y="917048"/>
            <a:ext cx="5927282" cy="30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4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ED27652-C8F6-C140-FDA4-19293B297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5" y="750937"/>
            <a:ext cx="5992061" cy="3206562"/>
          </a:xfrm>
          <a:prstGeom prst="rect">
            <a:avLst/>
          </a:prstGeom>
        </p:spPr>
      </p:pic>
      <p:pic>
        <p:nvPicPr>
          <p:cNvPr id="7" name="그림 6" descr="텍스트, 라인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551DC3D-8741-BBA4-DE33-7689902B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977" y="948514"/>
            <a:ext cx="5951574" cy="250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78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29AEE05-EDFE-362F-BBCD-1DB7BC66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" y="812870"/>
            <a:ext cx="5992061" cy="2332046"/>
          </a:xfrm>
          <a:prstGeom prst="rect">
            <a:avLst/>
          </a:prstGeom>
        </p:spPr>
      </p:pic>
      <p:pic>
        <p:nvPicPr>
          <p:cNvPr id="7" name="그림 6" descr="텍스트, 폰트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95205FF-B698-039F-5099-BF77E939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42" y="907010"/>
            <a:ext cx="602445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18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FD6806F-80D9-C97E-D3F0-3BF6C972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29" y="805578"/>
            <a:ext cx="6016354" cy="505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81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539BD6C3-83F3-497F-918C-BB80325FF1DF}"/>
</file>

<file path=customXml/itemProps2.xml><?xml version="1.0" encoding="utf-8"?>
<ds:datastoreItem xmlns:ds="http://schemas.openxmlformats.org/officeDocument/2006/customXml" ds:itemID="{849C2F3B-3EF6-4A2F-AE7F-7991F66A5233}"/>
</file>

<file path=customXml/itemProps3.xml><?xml version="1.0" encoding="utf-8"?>
<ds:datastoreItem xmlns:ds="http://schemas.openxmlformats.org/officeDocument/2006/customXml" ds:itemID="{8C38417F-3D08-4DF2-AF5F-FCEE1D84E2BD}"/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</Words>
  <Application>Microsoft Office PowerPoint</Application>
  <PresentationFormat>와이드스크린</PresentationFormat>
  <Paragraphs>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22</cp:revision>
  <dcterms:created xsi:type="dcterms:W3CDTF">2023-06-21T01:18:15Z</dcterms:created>
  <dcterms:modified xsi:type="dcterms:W3CDTF">2026-02-02T01:35:36Z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