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64" r:id="rId3"/>
    <p:sldId id="282" r:id="rId4"/>
    <p:sldId id="290" r:id="rId5"/>
    <p:sldId id="261" r:id="rId6"/>
    <p:sldId id="281" r:id="rId7"/>
    <p:sldId id="285" r:id="rId8"/>
    <p:sldId id="286" r:id="rId9"/>
    <p:sldId id="287" r:id="rId10"/>
    <p:sldId id="288" r:id="rId11"/>
    <p:sldId id="289" r:id="rId12"/>
    <p:sldId id="291" r:id="rId13"/>
    <p:sldId id="292" r:id="rId14"/>
    <p:sldId id="293" r:id="rId15"/>
    <p:sldId id="294" r:id="rId16"/>
    <p:sldId id="295" r:id="rId17"/>
    <p:sldId id="298" r:id="rId18"/>
    <p:sldId id="296" r:id="rId19"/>
    <p:sldId id="297" r:id="rId20"/>
    <p:sldId id="299" r:id="rId21"/>
    <p:sldId id="300" r:id="rId22"/>
    <p:sldId id="30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381B404-0765-4898-3983-B2F31BD65E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525"/>
          <a:stretch/>
        </p:blipFill>
        <p:spPr>
          <a:xfrm>
            <a:off x="18323" y="0"/>
            <a:ext cx="933302" cy="8044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B99603B-06F8-2105-C06D-48234893E9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0786" y="315152"/>
            <a:ext cx="2505673" cy="48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D8A1A0-0B29-B795-82EC-D2A44DDC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01" y="1202319"/>
            <a:ext cx="9249958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9A15E91-C7A6-E846-CE47-E6175329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17" y="1925303"/>
            <a:ext cx="9262912" cy="233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1E6846-FB16-1257-84B9-895F407E8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3" y="1190887"/>
            <a:ext cx="9269390" cy="6477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D828C0-EF2A-48B1-D364-99C3512D8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9" y="1953044"/>
            <a:ext cx="8699365" cy="3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84C512-CFFB-65EF-A350-514DBCFB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98" y="1207930"/>
            <a:ext cx="9237003" cy="6348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F69298-36D9-E851-40E9-814DB9BF4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21" y="1896628"/>
            <a:ext cx="8822438" cy="239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C8C6-9AFC-B4E9-5269-E4BB2F41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D211C2-3508-573A-11C6-587EEDE3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98" y="1207930"/>
            <a:ext cx="9237003" cy="63480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51A3A72-D5E7-AEED-2140-90007BEF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71" y="1934643"/>
            <a:ext cx="8336622" cy="343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3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395BDA-A411-64E3-D5EB-FC6E8F26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95" y="779117"/>
            <a:ext cx="6088908" cy="32387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344F988-004E-4549-FBE5-8AF99CD1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79" y="856538"/>
            <a:ext cx="3867104" cy="321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8DFAFF-74C9-9AD4-8C5A-9F6E593C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3" y="795986"/>
            <a:ext cx="6095385" cy="356265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F58E5F-1D1F-6123-92AF-FF439E4F4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887" y="984629"/>
            <a:ext cx="5965834" cy="231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B22196-45DB-699A-1C5E-1E705A84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6"/>
          <a:stretch/>
        </p:blipFill>
        <p:spPr>
          <a:xfrm>
            <a:off x="273507" y="754143"/>
            <a:ext cx="5939924" cy="558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F2AAE1-52E9-E33D-9B42-13F40DB833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4"/>
          <a:stretch/>
        </p:blipFill>
        <p:spPr>
          <a:xfrm>
            <a:off x="254258" y="754143"/>
            <a:ext cx="6004699" cy="510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25CC71-7C1A-46DD-4276-79FF4F32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3" y="768472"/>
            <a:ext cx="6030610" cy="26298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F553F40-E296-2101-AD2F-C7A11DF5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127" y="902853"/>
            <a:ext cx="6011177" cy="30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84B2DA-930D-C008-47B8-0AE12528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79" y="813750"/>
            <a:ext cx="6069475" cy="497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3C9F33-10FF-E14E-86EA-4DE888EC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80"/>
          <a:stretch/>
        </p:blipFill>
        <p:spPr>
          <a:xfrm>
            <a:off x="235405" y="735291"/>
            <a:ext cx="6004699" cy="32150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0FD225C-123A-D1A5-421A-709CAFDB3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368" y="942610"/>
            <a:ext cx="4327011" cy="36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F8A988-10C8-8F9F-E4EB-2A5DC8007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91"/>
          <a:stretch/>
        </p:blipFill>
        <p:spPr>
          <a:xfrm>
            <a:off x="35233" y="735290"/>
            <a:ext cx="6056519" cy="28447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141F63-AA14-CF04-7EFC-64EFF3299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402" y="846364"/>
            <a:ext cx="6037087" cy="39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4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45DB2C-0C9C-5A29-DDB9-91A340E5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5" y="791459"/>
            <a:ext cx="6069475" cy="46120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9FC9B5-8849-44DA-ECFA-C026BD66B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255" y="855672"/>
            <a:ext cx="6030610" cy="26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71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F2E85F-F362-E7BF-938F-AC0DD5C7FD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3"/>
          <a:stretch/>
        </p:blipFill>
        <p:spPr>
          <a:xfrm>
            <a:off x="235404" y="744718"/>
            <a:ext cx="6004699" cy="45778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A803694-B1F1-404C-337E-E43C5BE6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76" y="842633"/>
            <a:ext cx="5331033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0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7EF251-11BC-D0BE-E82E-66EA8D20A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9"/>
          <a:stretch/>
        </p:blipFill>
        <p:spPr>
          <a:xfrm>
            <a:off x="14380" y="763571"/>
            <a:ext cx="6075952" cy="39607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A8275B-01B5-DA6D-676B-A55433273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75" y="918049"/>
            <a:ext cx="6062997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4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D9B06B-E768-CF1A-C8EF-D9F894A0B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13" y="756002"/>
            <a:ext cx="6088908" cy="51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00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5F707D-1E46-586D-1695-C912B5D66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1"/>
          <a:stretch/>
        </p:blipFill>
        <p:spPr>
          <a:xfrm>
            <a:off x="135516" y="744718"/>
            <a:ext cx="5998222" cy="41257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484D029-4A7B-6641-FB12-130C909EB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10" y="973618"/>
            <a:ext cx="5972312" cy="257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3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A55C89-39BC-499F-A48D-F640FD2C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19" y="792800"/>
            <a:ext cx="6024132" cy="37764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75C151B-F818-45E8-EBC2-1470DAC0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26" y="880099"/>
            <a:ext cx="4650889" cy="20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54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468289-838E-D572-99DA-2D95B9FF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1"/>
          <a:stretch/>
        </p:blipFill>
        <p:spPr>
          <a:xfrm>
            <a:off x="188071" y="735290"/>
            <a:ext cx="6037087" cy="521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53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9CD065-9BE1-EBBB-CA9B-63D08F6D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64" y="796083"/>
            <a:ext cx="6011177" cy="47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01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7D87F0-3A3C-0078-D15A-688084BC87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" b="-1"/>
          <a:stretch/>
        </p:blipFill>
        <p:spPr>
          <a:xfrm>
            <a:off x="191686" y="763571"/>
            <a:ext cx="6062997" cy="53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85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B042684-F305-0752-B12C-8BBEB2E27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5" b="-1"/>
          <a:stretch/>
        </p:blipFill>
        <p:spPr>
          <a:xfrm>
            <a:off x="168821" y="801277"/>
            <a:ext cx="6101863" cy="537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7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6F3C2F0B-789D-4D40-B19D-03FD39BA4E72}"/>
</file>

<file path=customXml/itemProps2.xml><?xml version="1.0" encoding="utf-8"?>
<ds:datastoreItem xmlns:ds="http://schemas.openxmlformats.org/officeDocument/2006/customXml" ds:itemID="{392892FD-F9AF-4551-B7F0-33E4CA05FFE5}"/>
</file>

<file path=customXml/itemProps3.xml><?xml version="1.0" encoding="utf-8"?>
<ds:datastoreItem xmlns:ds="http://schemas.openxmlformats.org/officeDocument/2006/customXml" ds:itemID="{A8E9EDC0-5FAF-4269-901E-E9E47FB8DF0E}"/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0</Words>
  <Application>Microsoft Office PowerPoint</Application>
  <PresentationFormat>와이드스크린</PresentationFormat>
  <Paragraphs>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16</cp:revision>
  <dcterms:created xsi:type="dcterms:W3CDTF">2023-06-21T01:18:15Z</dcterms:created>
  <dcterms:modified xsi:type="dcterms:W3CDTF">2025-05-20T00:35:19Z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