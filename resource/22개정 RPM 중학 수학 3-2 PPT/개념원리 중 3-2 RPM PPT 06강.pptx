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8" r:id="rId2"/>
    <p:sldId id="314" r:id="rId3"/>
    <p:sldId id="315" r:id="rId4"/>
    <p:sldId id="318" r:id="rId5"/>
    <p:sldId id="261" r:id="rId6"/>
    <p:sldId id="313" r:id="rId7"/>
    <p:sldId id="319" r:id="rId8"/>
    <p:sldId id="320" r:id="rId9"/>
    <p:sldId id="321" r:id="rId10"/>
    <p:sldId id="322" r:id="rId11"/>
    <p:sldId id="323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3D2"/>
    <a:srgbClr val="BEE7FB"/>
    <a:srgbClr val="FFEBBB"/>
    <a:srgbClr val="A1D06E"/>
    <a:srgbClr val="ADBF82"/>
    <a:srgbClr val="B6A9D2"/>
    <a:srgbClr val="FFFFFF"/>
    <a:srgbClr val="025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06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DBB06-AE4E-4156-BDA8-B1077C81DC06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699E1-ED83-48A2-831C-01FFF56F20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7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날짜 개체 틀 2">
            <a:extLst>
              <a:ext uri="{FF2B5EF4-FFF2-40B4-BE49-F238E27FC236}">
                <a16:creationId xmlns:a16="http://schemas.microsoft.com/office/drawing/2014/main" id="{B9C56D7A-BE07-4B59-85E0-F40729E1EC8B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3-2 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AF93E0-6225-4664-B06F-87179220BD70}"/>
              </a:ext>
            </a:extLst>
          </p:cNvPr>
          <p:cNvSpPr/>
          <p:nvPr userDrawn="1"/>
        </p:nvSpPr>
        <p:spPr>
          <a:xfrm>
            <a:off x="0" y="-1"/>
            <a:ext cx="12191999" cy="814108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pic>
        <p:nvPicPr>
          <p:cNvPr id="3" name="그림 2" descr="로고, 그래픽, 디자인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8979DF0-2ECF-AB59-37D2-FEA6F064CBD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8958"/>
          <a:stretch>
            <a:fillRect/>
          </a:stretch>
        </p:blipFill>
        <p:spPr>
          <a:xfrm>
            <a:off x="59710" y="0"/>
            <a:ext cx="888235" cy="779786"/>
          </a:xfrm>
          <a:prstGeom prst="rect">
            <a:avLst/>
          </a:prstGeom>
        </p:spPr>
      </p:pic>
      <p:pic>
        <p:nvPicPr>
          <p:cNvPr id="6" name="그림 5" descr="폰트, 번호, 상징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039D809-BF62-69C3-D925-09382C2A38B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3361" y="255937"/>
            <a:ext cx="1234612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39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3653F53-2C04-4730-A2A7-CCAF1089CD6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6" name="날짜 개체 틀 2">
            <a:extLst>
              <a:ext uri="{FF2B5EF4-FFF2-40B4-BE49-F238E27FC236}">
                <a16:creationId xmlns:a16="http://schemas.microsoft.com/office/drawing/2014/main" id="{09529BA0-7FED-4965-A198-6D1C177090EE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3-2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24D0AFA-5BCF-4FF6-AB6D-E1D19BF62B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306" t="6212" r="24642" b="40359"/>
          <a:stretch/>
        </p:blipFill>
        <p:spPr>
          <a:xfrm>
            <a:off x="122550" y="-1603"/>
            <a:ext cx="1945064" cy="7238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55421F-4B0D-4FFE-8B18-2B0BAB1FB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470" t="59444" r="6889" b="6077"/>
          <a:stretch/>
        </p:blipFill>
        <p:spPr>
          <a:xfrm>
            <a:off x="2020478" y="176761"/>
            <a:ext cx="2903455" cy="4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9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6DEDC93-C09D-4EA9-AAA8-1273F11E9802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BEE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5" name="날짜 개체 틀 2">
            <a:extLst>
              <a:ext uri="{FF2B5EF4-FFF2-40B4-BE49-F238E27FC236}">
                <a16:creationId xmlns:a16="http://schemas.microsoft.com/office/drawing/2014/main" id="{9AC3CCAC-7C99-412A-BD07-9DAFE6BC7E7D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3-2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3E6983B-DA29-44CB-9636-A0B50D6EC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61280" r="30387"/>
          <a:stretch/>
        </p:blipFill>
        <p:spPr>
          <a:xfrm>
            <a:off x="2073894" y="169682"/>
            <a:ext cx="1838226" cy="6030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AFF027-F5CC-41A2-B724-20BE87315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16547" r="35156" b="36851"/>
          <a:stretch/>
        </p:blipFill>
        <p:spPr>
          <a:xfrm>
            <a:off x="405348" y="-1"/>
            <a:ext cx="1593130" cy="7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5" name="날짜 개체 틀 2">
            <a:extLst>
              <a:ext uri="{FF2B5EF4-FFF2-40B4-BE49-F238E27FC236}">
                <a16:creationId xmlns:a16="http://schemas.microsoft.com/office/drawing/2014/main" id="{E4D0E127-7567-4149-AC6B-F459D67813FB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3-2 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1C38D3-5FDC-479C-A73E-7C985C7400E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F164A3-205F-4209-8279-09F331782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D76E58-513A-47D1-BC01-9A70078C50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C87C66E7-C59D-4454-A7FF-C1F0E6644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39BB56-0824-4F0E-831F-04E54F9B0FE1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8E308D-5A3B-4A58-9F51-F706C2F9C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DB63F8-5EB3-41FE-8218-B32183BF8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BA2FD75-6BA0-4FD5-A770-69B482BBED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5981" y="1016620"/>
            <a:ext cx="1913840" cy="5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1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3592432F-E618-4E82-976A-E5B20E8F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ED62D2-AC4C-4E3E-9AA3-B78F632C004E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C06097C-34A5-4AB6-8B17-84E6CE96F4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5A868D0-1AAC-4009-85D5-E8D4512D5A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5066918-1CE5-45B1-ABFA-EBB64D3EB2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019" y="1030611"/>
            <a:ext cx="1880497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24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1CBF46-BDDC-4A76-986E-B1A431C6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794A7-6FDD-434E-A096-61A41F4A2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BA1F4-3B29-485A-AEA8-886BA8E65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014BE-82FA-4DA9-9A16-CD555D703388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D19B2-444D-4891-95D8-A2A51421A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81698-4351-4BDC-A25B-6C95298AC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1026F-C74F-4368-82D2-7786AAE4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1BD639-EC7C-8C53-6029-5CB9C823D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19" y="1088857"/>
            <a:ext cx="9279598" cy="4680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7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A37B54-86C9-A1F6-2E17-09B27B3F3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31" y="1086828"/>
            <a:ext cx="9303890" cy="300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84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DCE5C-BBC9-C878-9B52-1565DA18C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7BCDCF7-415C-3D64-28D9-BC7E1D809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21" y="1077942"/>
            <a:ext cx="9279598" cy="615401"/>
          </a:xfrm>
          <a:prstGeom prst="rect">
            <a:avLst/>
          </a:prstGeom>
        </p:spPr>
      </p:pic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787303-3799-2534-1455-BACC0636F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40" y="1907805"/>
            <a:ext cx="5846309" cy="399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611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E5BCE-8DBB-F337-1FB6-6DCEA06C9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CA0F69D-18D6-59A4-0A9D-8450A3AFC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21" y="1077942"/>
            <a:ext cx="9279598" cy="615401"/>
          </a:xfrm>
          <a:prstGeom prst="rect">
            <a:avLst/>
          </a:prstGeom>
        </p:spPr>
      </p:pic>
      <p:pic>
        <p:nvPicPr>
          <p:cNvPr id="4" name="그림 3" descr="텍스트, 폰트, 영수증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41B0379-4C02-30B7-3F29-0FB164B81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67" y="1894977"/>
            <a:ext cx="9287695" cy="188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218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FDF89A-EBD0-7429-03E1-5A120F16E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17" y="823151"/>
            <a:ext cx="6008256" cy="4494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01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1E4F8-D5E7-7177-DA0C-BCAAEE3C1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7BACE0-DCB0-303D-6CB4-CEB988D32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83" y="751091"/>
            <a:ext cx="6064938" cy="5481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545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EF7693-BD7F-576E-FC0D-BE3A72B8FD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40"/>
          <a:stretch>
            <a:fillRect/>
          </a:stretch>
        </p:blipFill>
        <p:spPr>
          <a:xfrm>
            <a:off x="78015" y="697584"/>
            <a:ext cx="5967769" cy="2355364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A44531-77F4-9177-4BF9-0F5DEE162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552" y="941445"/>
            <a:ext cx="5975866" cy="365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061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D3DE1CC-F278-0963-A735-9FD7DAD822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41"/>
          <a:stretch>
            <a:fillRect/>
          </a:stretch>
        </p:blipFill>
        <p:spPr>
          <a:xfrm>
            <a:off x="233013" y="707009"/>
            <a:ext cx="6056840" cy="365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150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5424A8-69F9-E37E-323C-02E7EB1B4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5" y="786951"/>
            <a:ext cx="5967769" cy="3481874"/>
          </a:xfrm>
          <a:prstGeom prst="rect">
            <a:avLst/>
          </a:prstGeom>
        </p:spPr>
      </p:pic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1E79848-A480-7DB0-627E-272DFF802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741" y="992136"/>
            <a:ext cx="5943477" cy="4607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458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88505E-5F22-B219-8B3F-E827E2BA5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1" y="770884"/>
            <a:ext cx="5959671" cy="3028420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C7E23B-D929-AAC1-74F1-E0410A963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499" y="941063"/>
            <a:ext cx="5983963" cy="294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186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1F24B06-BE4C-78D6-83C9-4C4F6D5DD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2" y="806004"/>
            <a:ext cx="5951574" cy="3449484"/>
          </a:xfrm>
          <a:prstGeom prst="rect">
            <a:avLst/>
          </a:prstGeom>
        </p:spPr>
      </p:pic>
      <p:pic>
        <p:nvPicPr>
          <p:cNvPr id="5" name="그림 4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373475-0DDA-893D-F4B4-F32BBBAAB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6206" y="951485"/>
            <a:ext cx="6008256" cy="278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912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89945E5E8007144A2F47A7AC84A6EF2" ma:contentTypeVersion="16" ma:contentTypeDescription="새 문서를 만듭니다." ma:contentTypeScope="" ma:versionID="f9ae829574a1e3eabbfe0afa8d75da03">
  <xsd:schema xmlns:xsd="http://www.w3.org/2001/XMLSchema" xmlns:xs="http://www.w3.org/2001/XMLSchema" xmlns:p="http://schemas.microsoft.com/office/2006/metadata/properties" xmlns:ns2="0fe316e7-7f42-4b71-ad39-2894d480b050" xmlns:ns3="6cdfeaa2-54f2-460f-8d8b-ea5b8cb9f927" targetNamespace="http://schemas.microsoft.com/office/2006/metadata/properties" ma:root="true" ma:fieldsID="74ee2529e08015f0ca138c0ebc252106" ns2:_="" ns3:_="">
    <xsd:import namespace="0fe316e7-7f42-4b71-ad39-2894d480b050"/>
    <xsd:import namespace="6cdfeaa2-54f2-460f-8d8b-ea5b8cb9f9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316e7-7f42-4b71-ad39-2894d480b0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ab4aa6ec-403b-4c75-ba7c-643e899a85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feaa2-54f2-460f-8d8b-ea5b8cb9f92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e395c9-7788-4348-aa92-067bc258b91d}" ma:internalName="TaxCatchAll" ma:showField="CatchAllData" ma:web="6cdfeaa2-54f2-460f-8d8b-ea5b8cb9f9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fe316e7-7f42-4b71-ad39-2894d480b050">
      <Terms xmlns="http://schemas.microsoft.com/office/infopath/2007/PartnerControls"/>
    </lcf76f155ced4ddcb4097134ff3c332f>
    <TaxCatchAll xmlns="6cdfeaa2-54f2-460f-8d8b-ea5b8cb9f927" xsi:nil="true"/>
  </documentManagement>
</p:properties>
</file>

<file path=customXml/itemProps1.xml><?xml version="1.0" encoding="utf-8"?>
<ds:datastoreItem xmlns:ds="http://schemas.openxmlformats.org/officeDocument/2006/customXml" ds:itemID="{C96CDD86-BF9C-45D3-8499-DEF80D8C6063}"/>
</file>

<file path=customXml/itemProps2.xml><?xml version="1.0" encoding="utf-8"?>
<ds:datastoreItem xmlns:ds="http://schemas.openxmlformats.org/officeDocument/2006/customXml" ds:itemID="{356F63F5-2713-41C0-B7E4-65CBF54802B8}"/>
</file>

<file path=customXml/itemProps3.xml><?xml version="1.0" encoding="utf-8"?>
<ds:datastoreItem xmlns:ds="http://schemas.openxmlformats.org/officeDocument/2006/customXml" ds:itemID="{5B9A8A2F-4BA9-48C4-A508-5D38941D3702}"/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0</Words>
  <Application>Microsoft Office PowerPoint</Application>
  <PresentationFormat>와이드스크린</PresentationFormat>
  <Paragraphs>0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 유림</cp:lastModifiedBy>
  <cp:revision>20</cp:revision>
  <dcterms:created xsi:type="dcterms:W3CDTF">2023-06-21T01:18:15Z</dcterms:created>
  <dcterms:modified xsi:type="dcterms:W3CDTF">2026-02-02T06:12:51Z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0x010100A89945E5E8007144A2F47A7AC84A6EF2</vt:lpwstr>
  </property>
</Properties>
</file>