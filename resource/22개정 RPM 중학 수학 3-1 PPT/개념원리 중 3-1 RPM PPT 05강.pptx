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8" r:id="rId2"/>
    <p:sldId id="264" r:id="rId3"/>
    <p:sldId id="282" r:id="rId4"/>
    <p:sldId id="290" r:id="rId5"/>
    <p:sldId id="291" r:id="rId6"/>
    <p:sldId id="283" r:id="rId7"/>
    <p:sldId id="294" r:id="rId8"/>
    <p:sldId id="295" r:id="rId9"/>
    <p:sldId id="284" r:id="rId10"/>
    <p:sldId id="292" r:id="rId11"/>
    <p:sldId id="261" r:id="rId12"/>
    <p:sldId id="281" r:id="rId13"/>
    <p:sldId id="285" r:id="rId14"/>
    <p:sldId id="286" r:id="rId15"/>
    <p:sldId id="287" r:id="rId16"/>
    <p:sldId id="288" r:id="rId17"/>
    <p:sldId id="289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5" r:id="rId26"/>
    <p:sldId id="303" r:id="rId27"/>
    <p:sldId id="304" r:id="rId28"/>
    <p:sldId id="306" r:id="rId29"/>
    <p:sldId id="307" r:id="rId30"/>
    <p:sldId id="308" r:id="rId31"/>
    <p:sldId id="309" r:id="rId32"/>
    <p:sldId id="310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6683545-B99D-514E-2EBD-CCF6E92FA0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4705"/>
          <a:stretch/>
        </p:blipFill>
        <p:spPr>
          <a:xfrm>
            <a:off x="-1" y="0"/>
            <a:ext cx="944581" cy="7953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CB506C-45D8-863E-E5C9-9C01BAAB07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2108" y="302845"/>
            <a:ext cx="3182388" cy="52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4A25B6-A9E2-9F75-8404-5FF5FCFC7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28" y="1236412"/>
            <a:ext cx="9217570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0B760C-4D69-73E9-EE44-0A0178519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76" y="1855322"/>
            <a:ext cx="9308256" cy="211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7AB4EB-F6FD-3974-C826-707D8289B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48" y="1211941"/>
            <a:ext cx="9204614" cy="5959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DD5A31E-31E5-3F1F-DC1C-9E82A994D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60" y="1903363"/>
            <a:ext cx="9275868" cy="129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267513-C285-35F5-236D-A66106ED8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" y="1208132"/>
            <a:ext cx="9262912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AEED88-B51D-0D55-D562-7FBED0230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69" y="1905137"/>
            <a:ext cx="8271846" cy="347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0C73A-3C9F-F19A-F9A7-9A29FA1F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281E6C-C77C-06A7-C150-C7C1E2AA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" y="1208132"/>
            <a:ext cx="9262912" cy="6024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ED333D9-0E26-6A50-2D66-CF1B7DFBD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75" y="1974247"/>
            <a:ext cx="9308256" cy="23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0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581D-E6C5-DD27-F51F-F8DC2345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EE6F34-1713-A07B-C381-2FC8E7595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" y="1208132"/>
            <a:ext cx="9262912" cy="6024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1F0969-448C-3940-7F4B-675C9B6C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02" y="1952073"/>
            <a:ext cx="9275868" cy="35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7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84A12C-9D94-C4A7-BCE8-DF1006A9E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7" y="1192692"/>
            <a:ext cx="9275868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19B75C-2112-B33A-923E-69AB55F0F3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690"/>
          <a:stretch/>
        </p:blipFill>
        <p:spPr>
          <a:xfrm>
            <a:off x="318893" y="1910986"/>
            <a:ext cx="9308256" cy="280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4457B-0316-C8FB-A08D-8E26F6693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4C88C5-AADB-BF9A-00A5-3F1126D9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7" y="1192692"/>
            <a:ext cx="9275868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8B5EA0C-2AE1-733C-3687-CB20FD5B9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37" y="1918347"/>
            <a:ext cx="9275868" cy="31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0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D23E-8DAD-07C2-EAAF-D81FF804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E6CA9E8-C2C5-D682-BCE1-CB82375A5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07" y="1192692"/>
            <a:ext cx="9275868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8A10D2A-C37E-8FF9-1113-4DDB2E76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131"/>
          <a:stretch/>
        </p:blipFill>
        <p:spPr>
          <a:xfrm>
            <a:off x="315945" y="1894583"/>
            <a:ext cx="9301778" cy="208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65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251218-62BD-C440-3494-4A7C60A5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87" y="1226985"/>
            <a:ext cx="9243480" cy="6024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83BC155-4089-5BFD-B89D-DBED34BF6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27" y="1909087"/>
            <a:ext cx="7857282" cy="288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934F-5DC7-21F0-5815-1A6385D9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B890AC-8289-D09B-8135-F9955F44C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6" y="1190687"/>
            <a:ext cx="9301778" cy="6801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E0E36FD-0534-2816-44EF-6B1A39BF5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08" y="1924220"/>
            <a:ext cx="6943946" cy="127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4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47BEBB-CD31-6387-3886-55F07D7D8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64" y="727322"/>
            <a:ext cx="6095385" cy="523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0F9F4F-2D46-0856-3AF3-CC3AC94BB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78" y="770306"/>
            <a:ext cx="6108341" cy="55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A6D029-9B1B-5EE5-6240-FE4E4E617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6"/>
          <a:stretch/>
        </p:blipFill>
        <p:spPr>
          <a:xfrm>
            <a:off x="269299" y="744718"/>
            <a:ext cx="6011177" cy="507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22448BF-ADBE-B355-E6E6-14F8F77CE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8"/>
          <a:stretch/>
        </p:blipFill>
        <p:spPr>
          <a:xfrm>
            <a:off x="27614" y="744718"/>
            <a:ext cx="6069475" cy="447183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FD13D53-B10F-FB25-0F4B-6E0BB86D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819" y="919190"/>
            <a:ext cx="6160161" cy="1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ED6E1D-49E2-16D7-9C0F-8596FEFD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0" y="784654"/>
            <a:ext cx="6134250" cy="47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B5A8F3-A40C-3F91-8F76-D6748D4D5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9"/>
          <a:stretch/>
        </p:blipFill>
        <p:spPr>
          <a:xfrm>
            <a:off x="210141" y="735291"/>
            <a:ext cx="6127773" cy="34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7F8A47-9108-A630-C9F1-359BEE25E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6"/>
          <a:stretch/>
        </p:blipFill>
        <p:spPr>
          <a:xfrm>
            <a:off x="231396" y="744718"/>
            <a:ext cx="6043565" cy="511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BB17ED-742D-03E1-E114-57B07BB4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9"/>
          <a:stretch/>
        </p:blipFill>
        <p:spPr>
          <a:xfrm>
            <a:off x="225779" y="744718"/>
            <a:ext cx="6037087" cy="529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060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AF5910-4C00-7D8E-260B-25E6DC3F5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51"/>
          <a:stretch/>
        </p:blipFill>
        <p:spPr>
          <a:xfrm>
            <a:off x="260071" y="754143"/>
            <a:ext cx="5978790" cy="31961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6AF7DD-CE9F-3745-93F8-3F9164D30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27" y="928387"/>
            <a:ext cx="5292168" cy="380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12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2AF1AE-6582-4C4D-14EB-296AAEF2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5" y="867992"/>
            <a:ext cx="6037087" cy="506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20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2BA1ED-DF98-5FE2-A211-A6062571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9" y="739745"/>
            <a:ext cx="6011177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64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331D25-3852-2191-FB84-F8AB5DCBD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6" y="777556"/>
            <a:ext cx="5959357" cy="38023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AD61743-911B-6770-5F63-3580079CD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915" y="782556"/>
            <a:ext cx="6069475" cy="360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66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2AD756-9D03-2070-D09A-D1D32743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3"/>
          <a:stretch/>
        </p:blipFill>
        <p:spPr>
          <a:xfrm>
            <a:off x="87788" y="725863"/>
            <a:ext cx="6095385" cy="46863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536727-8142-5932-331F-FF32D0AED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72" y="962109"/>
            <a:ext cx="6024132" cy="414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896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D91192-B909-59E0-0497-760E99AFA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39" y="707807"/>
            <a:ext cx="6095385" cy="441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3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B7B926-A1AF-BE67-1057-0067AEEC0F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4"/>
          <a:stretch/>
        </p:blipFill>
        <p:spPr>
          <a:xfrm>
            <a:off x="262077" y="754144"/>
            <a:ext cx="5959357" cy="496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678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1816E2-B735-7452-F6BF-0DC3FCFF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9" y="733146"/>
            <a:ext cx="6075952" cy="27400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97E63A-8455-61B5-9ACF-5C4EFECF9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330" y="884814"/>
            <a:ext cx="3964267" cy="321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23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CEDAFC-CF2C-7721-7EF4-E09D2B4DF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80" y="748952"/>
            <a:ext cx="6069475" cy="47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57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FFC64B-86D1-B3AC-28E9-51E0CDC0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94" y="774862"/>
            <a:ext cx="5998222" cy="2701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1F243DD-3082-AA39-A51A-EEB31DF5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51" y="869971"/>
            <a:ext cx="3964267" cy="318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43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D6C54F-7254-ACB7-5F3F-D2C4FD409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57" y="697463"/>
            <a:ext cx="5991744" cy="549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592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E592D6-5F5B-5764-FC17-4A7B79E765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4"/>
          <a:stretch/>
        </p:blipFill>
        <p:spPr>
          <a:xfrm>
            <a:off x="233398" y="744718"/>
            <a:ext cx="6024132" cy="455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59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01E701-5106-C918-A78A-9B746099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2"/>
          <a:stretch/>
        </p:blipFill>
        <p:spPr>
          <a:xfrm>
            <a:off x="174437" y="735291"/>
            <a:ext cx="6108341" cy="26842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B42A2C-74C6-DC81-8DB8-BAF15C17A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552" y="960630"/>
            <a:ext cx="5259780" cy="315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92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359CFB-D581-DDE3-7012-A6621BC28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5"/>
          <a:stretch/>
        </p:blipFill>
        <p:spPr>
          <a:xfrm>
            <a:off x="248441" y="801278"/>
            <a:ext cx="6030610" cy="545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0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6417031A-81E4-4B32-A034-7DA88DC10E82}"/>
</file>

<file path=customXml/itemProps2.xml><?xml version="1.0" encoding="utf-8"?>
<ds:datastoreItem xmlns:ds="http://schemas.openxmlformats.org/officeDocument/2006/customXml" ds:itemID="{363251FA-4FB6-44D1-9E7D-B0DEDECDCCC9}"/>
</file>

<file path=customXml/itemProps3.xml><?xml version="1.0" encoding="utf-8"?>
<ds:datastoreItem xmlns:ds="http://schemas.openxmlformats.org/officeDocument/2006/customXml" ds:itemID="{6CD96AD5-2A42-4961-ADC9-D267B37347FC}"/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0</Words>
  <Application>Microsoft Office PowerPoint</Application>
  <PresentationFormat>와이드스크린</PresentationFormat>
  <Paragraphs>0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16</cp:revision>
  <dcterms:created xsi:type="dcterms:W3CDTF">2023-06-21T01:18:15Z</dcterms:created>
  <dcterms:modified xsi:type="dcterms:W3CDTF">2025-05-20T00:44:38Z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