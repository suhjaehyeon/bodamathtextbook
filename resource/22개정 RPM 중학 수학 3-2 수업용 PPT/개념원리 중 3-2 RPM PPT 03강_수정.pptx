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319" r:id="rId2"/>
    <p:sldId id="320" r:id="rId3"/>
    <p:sldId id="258" r:id="rId4"/>
    <p:sldId id="315" r:id="rId5"/>
    <p:sldId id="318" r:id="rId6"/>
    <p:sldId id="316" r:id="rId7"/>
    <p:sldId id="317" r:id="rId8"/>
    <p:sldId id="321" r:id="rId9"/>
    <p:sldId id="261" r:id="rId10"/>
    <p:sldId id="313" r:id="rId11"/>
    <p:sldId id="322" r:id="rId12"/>
    <p:sldId id="323" r:id="rId13"/>
    <p:sldId id="324" r:id="rId14"/>
    <p:sldId id="326" r:id="rId15"/>
    <p:sldId id="325" r:id="rId16"/>
    <p:sldId id="327" r:id="rId17"/>
    <p:sldId id="328" r:id="rId18"/>
    <p:sldId id="329" r:id="rId19"/>
    <p:sldId id="330" r:id="rId20"/>
    <p:sldId id="331" r:id="rId21"/>
    <p:sldId id="332" r:id="rId22"/>
    <p:sldId id="333" r:id="rId23"/>
    <p:sldId id="334" r:id="rId24"/>
    <p:sldId id="335" r:id="rId2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BD3D2"/>
    <a:srgbClr val="BEE7FB"/>
    <a:srgbClr val="FFEBBB"/>
    <a:srgbClr val="A1D06E"/>
    <a:srgbClr val="ADBF82"/>
    <a:srgbClr val="B6A9D2"/>
    <a:srgbClr val="FFFFFF"/>
    <a:srgbClr val="0254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0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6" y="29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060" y="84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8DBB06-AE4E-4156-BDA8-B1077C81DC06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9699E1-ED83-48A2-831C-01FFF56F20C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6078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?>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81AF93E0-6225-4664-B06F-87179220BD70}"/>
              </a:ext>
            </a:extLst>
          </p:cNvPr>
          <p:cNvSpPr/>
          <p:nvPr userDrawn="1"/>
        </p:nvSpPr>
        <p:spPr>
          <a:xfrm>
            <a:off x="0" y="-1"/>
            <a:ext cx="12191999" cy="814108"/>
          </a:xfrm>
          <a:prstGeom prst="rect">
            <a:avLst/>
          </a:prstGeom>
          <a:solidFill>
            <a:srgbClr val="FFE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 xml:space="preserve">               </a:t>
            </a:r>
            <a:endParaRPr lang="ko-KR" altLang="en-US" dirty="0"/>
          </a:p>
        </p:txBody>
      </p:sp>
      <p:pic>
        <p:nvPicPr>
          <p:cNvPr id="7" name="그림 6" descr="그래픽, 폰트, 그래픽 디자인, 스크린샷이(가) 표시된 사진  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6021" y="205042"/>
            <a:ext cx="1233553" cy="274123"/>
          </a:xfrm>
          <a:prstGeom prst="rect">
            <a:avLst/>
          </a:prstGeom>
        </p:spPr>
      </p:pic>
      <p:pic>
        <p:nvPicPr>
          <p:cNvPr id="3" name="그림 2" descr="로고, 그래픽, 클립아트, 폰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1AAA2EBB-974D-9640-5585-22966A608FA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t="7980"/>
          <a:stretch>
            <a:fillRect/>
          </a:stretch>
        </p:blipFill>
        <p:spPr>
          <a:xfrm>
            <a:off x="54469" y="0"/>
            <a:ext cx="927007" cy="810870"/>
          </a:xfrm>
          <a:prstGeom prst="rect">
            <a:avLst/>
          </a:prstGeom>
        </p:spPr>
      </p:pic>
      <p:pic>
        <p:nvPicPr>
          <p:cNvPr id="6" name="그림 5" descr="폰트, 번호, 상징, 타이포그래피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0AAA5FCD-00C9-98FC-D87B-84CB602933E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6518" y="273111"/>
            <a:ext cx="1720455" cy="531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139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824D0AFA-5BCF-4FF6-AB6D-E1D19BF62B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306" t="6212" r="24642" b="40359"/>
          <a:stretch/>
        </p:blipFill>
        <p:spPr>
          <a:xfrm>
            <a:off x="122550" y="-1603"/>
            <a:ext cx="1945064" cy="72381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C155421F-4B0D-4FFE-8B18-2B0BAB1FBE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470" t="59444" r="6889" b="6077"/>
          <a:stretch/>
        </p:blipFill>
        <p:spPr>
          <a:xfrm>
            <a:off x="2020478" y="176761"/>
            <a:ext cx="2903455" cy="471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693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03E6983B-DA29-44CB-9636-A0B50D6ECE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3847" t="61280" r="30387"/>
          <a:stretch/>
        </p:blipFill>
        <p:spPr>
          <a:xfrm>
            <a:off x="2073894" y="169682"/>
            <a:ext cx="1838226" cy="60309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2AFF027-F5CC-41A2-B724-20BE87315A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33847" t="16547" r="35156" b="36851"/>
          <a:stretch/>
        </p:blipFill>
        <p:spPr>
          <a:xfrm>
            <a:off x="405348" y="-1"/>
            <a:ext cx="1593130" cy="725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550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그래픽, 폰트, 그래픽 디자인, 스크린샷이(가) 표시된 사진  자동 생성된 설명">
            <a:extLst>
              <a:ext uri="{FF2B5EF4-FFF2-40B4-BE49-F238E27FC236}">
                <a16:creationId xmlns:a16="http://schemas.microsoft.com/office/drawing/2014/main" id="{AFEAA3AD-A1B2-40C9-A627-123A88D5C6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6021" y="205042"/>
            <a:ext cx="1233553" cy="274123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71C38D3-5FDC-479C-A73E-7C985C7400E0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 xml:space="preserve">               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0F164A3-205F-4209-8279-09F331782E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9BD76E58-513A-47D1-BC01-9A70078C509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866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그래픽, 폰트, 그래픽 디자인, 스크린샷이(가) 표시된 사진  자동 생성된 설명">
            <a:extLst>
              <a:ext uri="{FF2B5EF4-FFF2-40B4-BE49-F238E27FC236}">
                <a16:creationId xmlns:a16="http://schemas.microsoft.com/office/drawing/2014/main" id="{C87C66E7-C59D-4454-A7FF-C1F0E6644E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6021" y="205042"/>
            <a:ext cx="1233553" cy="274123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6239BB56-0824-4F0E-831F-04E54F9B0FE1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 xml:space="preserve">               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898E308D-5A3B-4A58-9F51-F706C2F9C8C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EDB63F8-5EB3-41FE-8218-B32183BF87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7BA2FD75-6BA0-4FD5-A770-69B482BBED1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5981" y="1016620"/>
            <a:ext cx="1913840" cy="513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915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 descr="그래픽, 폰트, 그래픽 디자인, 스크린샷이(가) 표시된 사진  자동 생성된 설명">
            <a:extLst>
              <a:ext uri="{FF2B5EF4-FFF2-40B4-BE49-F238E27FC236}">
                <a16:creationId xmlns:a16="http://schemas.microsoft.com/office/drawing/2014/main" id="{3592432F-E618-4E82-976A-E5B20E8FC0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6021" y="205042"/>
            <a:ext cx="1233553" cy="274123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E4ED62D2-AC4C-4E3E-9AA3-B78F632C004E}"/>
              </a:ext>
            </a:extLst>
          </p:cNvPr>
          <p:cNvSpPr/>
          <p:nvPr userDrawn="1"/>
        </p:nvSpPr>
        <p:spPr>
          <a:xfrm>
            <a:off x="0" y="-1"/>
            <a:ext cx="12191999" cy="169683"/>
          </a:xfrm>
          <a:prstGeom prst="rect">
            <a:avLst/>
          </a:prstGeom>
          <a:solidFill>
            <a:srgbClr val="FBD3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 xml:space="preserve">               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C06097C-34A5-4AB6-8B17-84E6CE96F40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7941" t="25664" r="23968" b="33356"/>
          <a:stretch/>
        </p:blipFill>
        <p:spPr>
          <a:xfrm>
            <a:off x="179109" y="0"/>
            <a:ext cx="1960776" cy="765173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15A868D0-1AAC-4009-85D5-E8D4512D5A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954" t="64785" r="7980" b="9466"/>
          <a:stretch/>
        </p:blipFill>
        <p:spPr>
          <a:xfrm>
            <a:off x="2139885" y="205042"/>
            <a:ext cx="3101419" cy="48076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A5066918-1CE5-45B1-ABFA-EBB64D3EB27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73019" y="1030611"/>
            <a:ext cx="1880497" cy="53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2433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41CBF46-BDDC-4A76-986E-B1A431C6E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C794A7-6FDD-434E-A096-61A41F4A2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DBA1F4-3B29-485A-AEA8-886BA8E658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6014BE-82FA-4DA9-9A16-CD555D703388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2D19B2-444D-4891-95D8-A2A51421AF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281698-4351-4BDC-A25B-6C95298ACC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31026F-C74F-4368-82D2-7786AAE4A5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41574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14.xml.rels><?xml version="1.0" encoding="UTF-8"?>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15.xml.rels><?xml version="1.0" encoding="UTF-8"?>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17.xml.rels><?xml version="1.0" encoding="UTF-8"?>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18.xml.rels><?xml version="1.0" encoding="UTF-8"?>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3.xml"/></Relationships>
</file>

<file path=ppt/slides/_rels/slide19.xml.rels><?xml version="1.0" encoding="UTF-8"?>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3.xml"/></Relationships>
</file>

<file path=ppt/slides/_rels/slide20.xml.rels><?xml version="1.0" encoding="UTF-8"?>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/Relationships>
</file>

<file path=ppt/slides/_rels/slide21.xml.rels><?xml version="1.0" encoding="UTF-8"?>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3.xml"/></Relationships>
</file>

<file path=ppt/slides/_rels/slide22.xml.rels><?xml version="1.0" encoding="UTF-8"?>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23.xml.rels><?xml version="1.0" encoding="UTF-8"?>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3.xml"/></Relationships>
</file>

<file path=ppt/slides/_rels/slide24.xml.rels><?xml version="1.0" encoding="UTF-8"?>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00DFD-335A-763E-6471-55346EA8F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날짜 개체 틀 2">
            <a:extLst>
              <a:ext uri="{FF2B5EF4-FFF2-40B4-BE49-F238E27FC236}">
                <a16:creationId xmlns:a16="http://schemas.microsoft.com/office/drawing/2014/main" id="{B23FB805-7D7F-50C0-9EBB-419C07ABCC6A}"/>
              </a:ext>
            </a:extLst>
          </p:cNvPr>
          <p:cNvSpPr txBox="1">
            <a:spLocks/>
          </p:cNvSpPr>
          <p:nvPr/>
        </p:nvSpPr>
        <p:spPr>
          <a:xfrm>
            <a:off x="98367" y="63979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b="1" kern="1200">
                <a:solidFill>
                  <a:srgbClr val="0254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RPM</a:t>
            </a:r>
            <a:r>
              <a:rPr lang="ko-KR" altLang="en-US" dirty="0"/>
              <a:t xml:space="preserve"> 중학 수학 </a:t>
            </a:r>
            <a:r>
              <a:rPr lang="en-US" altLang="ko-KR" dirty="0"/>
              <a:t xml:space="preserve">3-2 </a:t>
            </a:r>
            <a:endParaRPr lang="ko-KR" altLang="en-US" dirty="0"/>
          </a:p>
        </p:txBody>
      </p:sp>
      <p:pic>
        <p:nvPicPr>
          <p:cNvPr id="6" name="그림 5" descr="텍스트, 폰트, 스크린샷, 라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857A38A7-48E3-8143-0EC6-C6D5EB69E4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805" y="1056671"/>
            <a:ext cx="9320084" cy="2542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174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AC43C-558E-B1FA-155B-F6E5EC51F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54DFBBD2-A7ED-AEC1-C924-99D8C615B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484" y="1063854"/>
            <a:ext cx="9255306" cy="607304"/>
          </a:xfrm>
          <a:prstGeom prst="rect">
            <a:avLst/>
          </a:prstGeom>
        </p:spPr>
      </p:pic>
      <p:sp>
        <p:nvSpPr>
          <p:cNvPr id="8" name="날짜 개체 틀 2">
            <a:extLst>
              <a:ext uri="{FF2B5EF4-FFF2-40B4-BE49-F238E27FC236}">
                <a16:creationId xmlns:a16="http://schemas.microsoft.com/office/drawing/2014/main" id="{258DFE82-6BF3-03A5-540B-0C1062BC5EE4}"/>
              </a:ext>
            </a:extLst>
          </p:cNvPr>
          <p:cNvSpPr txBox="1">
            <a:spLocks/>
          </p:cNvSpPr>
          <p:nvPr/>
        </p:nvSpPr>
        <p:spPr>
          <a:xfrm>
            <a:off x="98367" y="63979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200" b="1" kern="1200">
                <a:solidFill>
                  <a:srgbClr val="0254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400" dirty="0"/>
              <a:t>RPM</a:t>
            </a:r>
            <a:r>
              <a:rPr lang="ko-KR" altLang="en-US" dirty="0"/>
              <a:t xml:space="preserve"> 중학 수학 </a:t>
            </a:r>
            <a:r>
              <a:rPr lang="en-US" altLang="ko-KR" dirty="0"/>
              <a:t xml:space="preserve">3-2 </a:t>
            </a:r>
            <a:endParaRPr lang="ko-KR" altLang="en-US" dirty="0"/>
          </a:p>
        </p:txBody>
      </p:sp>
      <p:pic>
        <p:nvPicPr>
          <p:cNvPr id="3" name="그림 2" descr="텍스트, 폰트, 스크린샷, 도표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FF62C90E-9D90-485F-99CD-1D20F42131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2338" y="1850287"/>
            <a:ext cx="9328182" cy="3789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810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스크린샷, 폰트, 도표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C7ED5DEE-7DE8-DF3A-2091-0A22155761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834" y="1019804"/>
            <a:ext cx="9384864" cy="5473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675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80EAC-C3D8-A0DA-073E-8381EF785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C050076-C0E9-CF45-EBD0-099ACAB2B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95" y="1077944"/>
            <a:ext cx="9279598" cy="615401"/>
          </a:xfrm>
          <a:prstGeom prst="rect">
            <a:avLst/>
          </a:prstGeom>
        </p:spPr>
      </p:pic>
      <p:pic>
        <p:nvPicPr>
          <p:cNvPr id="7" name="그림 6" descr="텍스트, 폰트, 도표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01723B5C-06E7-4563-302E-7C1917E893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645" y="1798588"/>
            <a:ext cx="9158137" cy="3392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4643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EF38C-6674-E375-61C2-E1E0F6F5D1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폰트, 도표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26F1D4AB-4EC6-86D8-0141-87AECCEE35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68" y="1066354"/>
            <a:ext cx="9311987" cy="4801746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AC4A1FF1-2761-8452-2A66-4E5A0DBF9423}"/>
              </a:ext>
            </a:extLst>
          </p:cNvPr>
          <p:cNvSpPr/>
          <p:nvPr/>
        </p:nvSpPr>
        <p:spPr>
          <a:xfrm>
            <a:off x="263949" y="4722829"/>
            <a:ext cx="5938887" cy="10935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5552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F8471-6316-0AA7-7C4D-3B36FF39F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BF49F03-B26D-D381-60C5-55F730E1C6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720" y="1087469"/>
            <a:ext cx="9263403" cy="599206"/>
          </a:xfrm>
          <a:prstGeom prst="rect">
            <a:avLst/>
          </a:prstGeom>
        </p:spPr>
      </p:pic>
      <p:pic>
        <p:nvPicPr>
          <p:cNvPr id="5" name="그림 4" descr="텍스트, 폰트, 라인, 도표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95050188-C5A6-F378-69D9-FC9FDF0ADE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893" y="1873022"/>
            <a:ext cx="9328182" cy="3157978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BA533FE5-504A-C593-7DC4-4160361E1A3D}"/>
              </a:ext>
            </a:extLst>
          </p:cNvPr>
          <p:cNvSpPr/>
          <p:nvPr/>
        </p:nvSpPr>
        <p:spPr>
          <a:xfrm>
            <a:off x="8031637" y="1791093"/>
            <a:ext cx="1520486" cy="4901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91180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99DBD-CFCF-71CE-25BE-C4F45F711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도표, 라인, 스크린샷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5F34439B-2C2E-00FC-8F5A-5B87B30062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516" y="1049778"/>
            <a:ext cx="9344376" cy="5198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130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도표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853B3928-5E34-8ADF-2B2E-B28739EF49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853" y="1055349"/>
            <a:ext cx="9336279" cy="4291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2511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, 라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B910D35E-A8AE-570B-2C9A-F90C654F29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90"/>
          <a:stretch>
            <a:fillRect/>
          </a:stretch>
        </p:blipFill>
        <p:spPr>
          <a:xfrm>
            <a:off x="77715" y="725864"/>
            <a:ext cx="6016354" cy="2818796"/>
          </a:xfrm>
          <a:prstGeom prst="rect">
            <a:avLst/>
          </a:prstGeom>
        </p:spPr>
      </p:pic>
      <p:pic>
        <p:nvPicPr>
          <p:cNvPr id="8" name="그림 7" descr="텍스트, 폰트, 스크린샷, 도표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84C78BE1-F357-71DB-9862-BCD1EE381A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312" y="945029"/>
            <a:ext cx="5943477" cy="3068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32011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1E4F8-D5E7-7177-DA0C-BCAAEE3C1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도표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93207678-6075-C93E-483E-43880BBE9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08" y="803928"/>
            <a:ext cx="5959671" cy="3020323"/>
          </a:xfrm>
          <a:prstGeom prst="rect">
            <a:avLst/>
          </a:prstGeom>
        </p:spPr>
      </p:pic>
      <p:pic>
        <p:nvPicPr>
          <p:cNvPr id="6" name="그림 5" descr="텍스트, 폰트, 도표, 스크린샷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566B02B9-338A-52EE-5484-8D1B78F316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0498" y="907010"/>
            <a:ext cx="5983963" cy="388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5458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EE041611-7AD9-2D38-D668-65E5DB3B56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36" y="806202"/>
            <a:ext cx="6016354" cy="3417094"/>
          </a:xfrm>
          <a:prstGeom prst="rect">
            <a:avLst/>
          </a:prstGeom>
        </p:spPr>
      </p:pic>
      <p:pic>
        <p:nvPicPr>
          <p:cNvPr id="5" name="그림 4" descr="텍스트, 폰트, 도표, 스크린샷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CE468CE0-49E2-6B8F-2425-9B62E95444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0022" y="926175"/>
            <a:ext cx="5967769" cy="3068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5670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도표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CB9D2A2B-FBFC-A775-D22F-0865CA3B67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29"/>
          <a:stretch>
            <a:fillRect/>
          </a:stretch>
        </p:blipFill>
        <p:spPr>
          <a:xfrm>
            <a:off x="30683" y="697584"/>
            <a:ext cx="6000159" cy="3407076"/>
          </a:xfrm>
          <a:prstGeom prst="rect">
            <a:avLst/>
          </a:prstGeom>
        </p:spPr>
      </p:pic>
      <p:pic>
        <p:nvPicPr>
          <p:cNvPr id="5" name="그림 4" descr="텍스트, 폰트, 도표, 스크린샷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2EB8F781-2D37-ABFC-3071-032F98EBDF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2490" y="941483"/>
            <a:ext cx="6032548" cy="3068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2273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도표, 폰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37912E8E-DBD5-66E4-358F-D79214833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400" y="799652"/>
            <a:ext cx="6016354" cy="5635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0236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도표, 스크린샷, 폰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6A320A94-7D4A-C0D0-4C69-A2049D73373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69"/>
          <a:stretch>
            <a:fillRect/>
          </a:stretch>
        </p:blipFill>
        <p:spPr>
          <a:xfrm>
            <a:off x="35148" y="707010"/>
            <a:ext cx="6040646" cy="4076984"/>
          </a:xfrm>
          <a:prstGeom prst="rect">
            <a:avLst/>
          </a:prstGeom>
        </p:spPr>
      </p:pic>
      <p:pic>
        <p:nvPicPr>
          <p:cNvPr id="7" name="그림 6" descr="텍스트, 폰트, 도표, 라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31D5268F-121D-9455-04F8-3A315A820A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6940" y="959334"/>
            <a:ext cx="6081132" cy="2275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7336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, 도표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A841C0B4-5ECA-12C4-FA55-B58DF3CC5C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8" y="781803"/>
            <a:ext cx="6016354" cy="2785498"/>
          </a:xfrm>
          <a:prstGeom prst="rect">
            <a:avLst/>
          </a:prstGeom>
        </p:spPr>
      </p:pic>
      <p:pic>
        <p:nvPicPr>
          <p:cNvPr id="7" name="그림 6" descr="텍스트, 폰트, 도표, 스크린샷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8173B882-5940-F425-855A-0ABE25F3FE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2353" y="978273"/>
            <a:ext cx="5983963" cy="3028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3492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4A4F1D58-EA2C-51D7-881D-43575A3A99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4" y="817903"/>
            <a:ext cx="5992061" cy="3813866"/>
          </a:xfrm>
          <a:prstGeom prst="rect">
            <a:avLst/>
          </a:prstGeom>
        </p:spPr>
      </p:pic>
      <p:pic>
        <p:nvPicPr>
          <p:cNvPr id="5" name="그림 4" descr="텍스트, 폰트, 스크린샷, 원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40D1781A-C578-B6F5-E9BB-63CBBE5A10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4642" y="959667"/>
            <a:ext cx="6024451" cy="3473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7953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라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320B78C6-9007-BE7D-FE99-43C3D22A6E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14"/>
          <a:stretch>
            <a:fillRect/>
          </a:stretch>
        </p:blipFill>
        <p:spPr>
          <a:xfrm>
            <a:off x="101832" y="697584"/>
            <a:ext cx="5927282" cy="3581363"/>
          </a:xfrm>
          <a:prstGeom prst="rect">
            <a:avLst/>
          </a:prstGeom>
        </p:spPr>
      </p:pic>
      <p:pic>
        <p:nvPicPr>
          <p:cNvPr id="5" name="그림 4" descr="텍스트, 폰트, 도표, 라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CCFF9BE7-0D04-1AE6-685B-AABDB32B2A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7355" y="968617"/>
            <a:ext cx="6008256" cy="3077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146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도표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BBA99F55-3C65-4ECE-A224-1EAFCB8FE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71" y="815417"/>
            <a:ext cx="6000159" cy="4218735"/>
          </a:xfrm>
          <a:prstGeom prst="rect">
            <a:avLst/>
          </a:prstGeom>
        </p:spPr>
      </p:pic>
      <p:pic>
        <p:nvPicPr>
          <p:cNvPr id="5" name="그림 4" descr="텍스트, 폰트, 도표, 스크린샷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E6D0E27B-9CD8-5434-1434-B27C48986C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8976" y="909596"/>
            <a:ext cx="5951574" cy="3465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09243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도표, 라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0F64F560-DD83-EAF7-09E7-C9924F8130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49" y="838948"/>
            <a:ext cx="6040646" cy="3457582"/>
          </a:xfrm>
          <a:prstGeom prst="rect">
            <a:avLst/>
          </a:prstGeom>
        </p:spPr>
      </p:pic>
      <p:pic>
        <p:nvPicPr>
          <p:cNvPr id="7" name="그림 6" descr="텍스트, 폰트, 도표, 라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A0D62D5E-DC1B-77CD-0238-3A88A8DF00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5795" y="943452"/>
            <a:ext cx="6016354" cy="2558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6554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도표, 스크린샷, 폰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DCE0B236-2ACB-69BC-1518-BC31136E96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34"/>
          <a:stretch>
            <a:fillRect/>
          </a:stretch>
        </p:blipFill>
        <p:spPr>
          <a:xfrm>
            <a:off x="228052" y="697584"/>
            <a:ext cx="6097327" cy="5645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1807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도표, 폰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D1454C76-684E-C166-AF85-21A2AB647C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293" y="816780"/>
            <a:ext cx="6056840" cy="5530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7595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3476FFE-E7C8-758B-3010-D9CAD4D627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73"/>
          <a:stretch>
            <a:fillRect/>
          </a:stretch>
        </p:blipFill>
        <p:spPr>
          <a:xfrm>
            <a:off x="68291" y="697583"/>
            <a:ext cx="6016354" cy="2920881"/>
          </a:xfrm>
          <a:prstGeom prst="rect">
            <a:avLst/>
          </a:prstGeom>
        </p:spPr>
      </p:pic>
      <p:pic>
        <p:nvPicPr>
          <p:cNvPr id="7" name="그림 6" descr="텍스트, 폰트, 도표, 스크린샷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9E58E048-DF56-C766-E84C-B2AD44657E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3499" y="945030"/>
            <a:ext cx="5959671" cy="3068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4582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폰트, 도표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1400C407-54CD-D240-11F7-807550BB57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57" y="814251"/>
            <a:ext cx="6016354" cy="2874570"/>
          </a:xfrm>
          <a:prstGeom prst="rect">
            <a:avLst/>
          </a:prstGeom>
        </p:spPr>
      </p:pic>
      <p:pic>
        <p:nvPicPr>
          <p:cNvPr id="7" name="그림 6" descr="텍스트, 폰트, 도표, 원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B9B4CAD5-956F-91F6-3F68-A88B531F41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7355" y="959918"/>
            <a:ext cx="6008256" cy="2947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65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B09EDD20-B026-36A7-C1CA-84FC0D5DFE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43" y="817905"/>
            <a:ext cx="6016354" cy="3813866"/>
          </a:xfrm>
          <a:prstGeom prst="rect">
            <a:avLst/>
          </a:prstGeom>
        </p:spPr>
      </p:pic>
      <p:pic>
        <p:nvPicPr>
          <p:cNvPr id="5" name="그림 4" descr="텍스트, 도표, 원, 폰트이(가) 표시된 사진  AI 생성 콘텐츠는 정확하지 않을 수 있습니다.">
            <a:extLst>
              <a:ext uri="{FF2B5EF4-FFF2-40B4-BE49-F238E27FC236}">
                <a16:creationId xmlns:a16="http://schemas.microsoft.com/office/drawing/2014/main" id="{DCFB1D8C-05D8-AD88-60AE-F094CFCA81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3497" y="960509"/>
            <a:ext cx="5992061" cy="253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364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?>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?>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?>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A89945E5E8007144A2F47A7AC84A6EF2" ma:contentTypeVersion="16" ma:contentTypeDescription="새 문서를 만듭니다." ma:contentTypeScope="" ma:versionID="f9ae829574a1e3eabbfe0afa8d75da03">
  <xsd:schema xmlns:xsd="http://www.w3.org/2001/XMLSchema" xmlns:xs="http://www.w3.org/2001/XMLSchema" xmlns:p="http://schemas.microsoft.com/office/2006/metadata/properties" xmlns:ns2="0fe316e7-7f42-4b71-ad39-2894d480b050" xmlns:ns3="6cdfeaa2-54f2-460f-8d8b-ea5b8cb9f927" targetNamespace="http://schemas.microsoft.com/office/2006/metadata/properties" ma:root="true" ma:fieldsID="74ee2529e08015f0ca138c0ebc252106" ns2:_="" ns3:_="">
    <xsd:import namespace="0fe316e7-7f42-4b71-ad39-2894d480b050"/>
    <xsd:import namespace="6cdfeaa2-54f2-460f-8d8b-ea5b8cb9f92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e316e7-7f42-4b71-ad39-2894d480b0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이미지 태그" ma:readOnly="false" ma:fieldId="{5cf76f15-5ced-4ddc-b409-7134ff3c332f}" ma:taxonomyMulti="true" ma:sspId="ab4aa6ec-403b-4c75-ba7c-643e899a85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dfeaa2-54f2-460f-8d8b-ea5b8cb9f927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e1e395c9-7788-4348-aa92-067bc258b91d}" ma:internalName="TaxCatchAll" ma:showField="CatchAllData" ma:web="6cdfeaa2-54f2-460f-8d8b-ea5b8cb9f92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fe316e7-7f42-4b71-ad39-2894d480b050">
      <Terms xmlns="http://schemas.microsoft.com/office/infopath/2007/PartnerControls"/>
    </lcf76f155ced4ddcb4097134ff3c332f>
    <TaxCatchAll xmlns="6cdfeaa2-54f2-460f-8d8b-ea5b8cb9f927" xsi:nil="true"/>
  </documentManagement>
</p:properties>
</file>

<file path=customXml/itemProps1.xml><?xml version="1.0" encoding="utf-8"?>
<ds:datastoreItem xmlns:ds="http://schemas.openxmlformats.org/officeDocument/2006/customXml" ds:itemID="{6370E7C9-42FA-49B6-B929-D980D64F65D5}"/>
</file>

<file path=customXml/itemProps2.xml><?xml version="1.0" encoding="utf-8"?>
<ds:datastoreItem xmlns:ds="http://schemas.openxmlformats.org/officeDocument/2006/customXml" ds:itemID="{F369415F-2B1D-4B14-A6A2-C7D03DC0A31D}"/>
</file>

<file path=customXml/itemProps3.xml><?xml version="1.0" encoding="utf-8"?>
<ds:datastoreItem xmlns:ds="http://schemas.openxmlformats.org/officeDocument/2006/customXml" ds:itemID="{902E610E-40E3-469E-9361-AE8EC7A604AE}"/>
</file>

<file path=docProps/app.xml><?xml version="1.0" encoding="utf-8"?>
<Properties xmlns="http://schemas.openxmlformats.org/officeDocument/2006/extended-properties" xmlns:vt="http://schemas.openxmlformats.org/officeDocument/2006/docPropsVTypes">
  <TotalTime>258</TotalTime>
  <Words>8</Words>
  <Application>Microsoft Office PowerPoint</Application>
  <PresentationFormat>와이드스크린</PresentationFormat>
  <Paragraphs>2</Paragraphs>
  <Slides>24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2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이 유림</cp:lastModifiedBy>
  <cp:revision>22</cp:revision>
  <dcterms:created xsi:type="dcterms:W3CDTF">2023-06-21T01:18:15Z</dcterms:created>
  <dcterms:modified xsi:type="dcterms:W3CDTF">2026-02-02T02:20:15Z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0x010100A89945E5E8007144A2F47A7AC84A6EF2</vt:lpwstr>
  </property>
</Properties>
</file>