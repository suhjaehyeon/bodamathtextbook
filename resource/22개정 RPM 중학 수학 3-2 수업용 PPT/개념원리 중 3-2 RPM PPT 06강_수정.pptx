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314" r:id="rId3"/>
    <p:sldId id="315" r:id="rId4"/>
    <p:sldId id="318" r:id="rId5"/>
    <p:sldId id="261" r:id="rId6"/>
    <p:sldId id="313" r:id="rId7"/>
    <p:sldId id="319" r:id="rId8"/>
    <p:sldId id="320" r:id="rId9"/>
    <p:sldId id="321" r:id="rId10"/>
    <p:sldId id="322" r:id="rId11"/>
    <p:sldId id="32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 descr="로고, 그래픽, 디자인, 클립아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8979DF0-2ECF-AB59-37D2-FEA6F064C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958"/>
          <a:stretch>
            <a:fillRect/>
          </a:stretch>
        </p:blipFill>
        <p:spPr>
          <a:xfrm>
            <a:off x="59710" y="0"/>
            <a:ext cx="888235" cy="779786"/>
          </a:xfrm>
          <a:prstGeom prst="rect">
            <a:avLst/>
          </a:prstGeom>
        </p:spPr>
      </p:pic>
      <p:pic>
        <p:nvPicPr>
          <p:cNvPr id="6" name="그림 5" descr="폰트, 번호, 상징, 타이포그래피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039D809-BF62-69C3-D925-09382C2A38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3361" y="255937"/>
            <a:ext cx="1234612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71BD639-EC7C-8C53-6029-5CB9C823D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19" y="1088857"/>
            <a:ext cx="9279598" cy="468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2A37B54-86C9-A1F6-2E17-09B27B3F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31" y="1086828"/>
            <a:ext cx="9303890" cy="30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CE5C-BBC9-C878-9B52-1565DA18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BCDCF7-415C-3D64-28D9-BC7E1D80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1" y="1077942"/>
            <a:ext cx="9279598" cy="615401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7787303-3799-2534-1455-BACC0636F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40" y="1907805"/>
            <a:ext cx="5846309" cy="39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1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5BCE-8DBB-F337-1FB6-6DCEA06C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A0F69D-18D6-59A4-0A9D-8450A3AF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1" y="1077942"/>
            <a:ext cx="9279598" cy="615401"/>
          </a:xfrm>
          <a:prstGeom prst="rect">
            <a:avLst/>
          </a:prstGeom>
        </p:spPr>
      </p:pic>
      <p:pic>
        <p:nvPicPr>
          <p:cNvPr id="4" name="그림 3" descr="텍스트, 폰트, 영수증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41B0379-4C02-30B7-3F29-0FB164B8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7" y="1894977"/>
            <a:ext cx="9287695" cy="188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1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4FDF89A-EBD0-7429-03E1-5A120F16E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17" y="823151"/>
            <a:ext cx="6008256" cy="449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27BACE0-DCB0-303D-6CB4-CEB988D3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83" y="751091"/>
            <a:ext cx="6064938" cy="548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DEF7693-BD7F-576E-FC0D-BE3A72B8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40"/>
          <a:stretch>
            <a:fillRect/>
          </a:stretch>
        </p:blipFill>
        <p:spPr>
          <a:xfrm>
            <a:off x="78015" y="697584"/>
            <a:ext cx="5967769" cy="2355364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4A44531-77F4-9177-4BF9-0F5DEE16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552" y="941445"/>
            <a:ext cx="5975866" cy="36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6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D3DE1CC-F278-0963-A735-9FD7DAD8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1"/>
          <a:stretch>
            <a:fillRect/>
          </a:stretch>
        </p:blipFill>
        <p:spPr>
          <a:xfrm>
            <a:off x="233013" y="707009"/>
            <a:ext cx="6056840" cy="365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50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25424A8-69F9-E37E-323C-02E7EB1B4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5" y="786951"/>
            <a:ext cx="5967769" cy="3481874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1E79848-A480-7DB0-627E-272DFF802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741" y="992136"/>
            <a:ext cx="5943477" cy="460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58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C88505E-5F22-B219-8B3F-E827E2BA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" y="770884"/>
            <a:ext cx="5959671" cy="3028420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DC7E23B-D929-AAC1-74F1-E0410A963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99" y="941063"/>
            <a:ext cx="5983963" cy="294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8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1F24B06-BE4C-78D6-83C9-4C4F6D5D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2" y="806004"/>
            <a:ext cx="5951574" cy="3449484"/>
          </a:xfrm>
          <a:prstGeom prst="rect">
            <a:avLst/>
          </a:prstGeom>
        </p:spPr>
      </p:pic>
      <p:pic>
        <p:nvPicPr>
          <p:cNvPr id="5" name="그림 4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A373475-0DDA-893D-F4B4-F32BBBAAB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206" y="951485"/>
            <a:ext cx="6008256" cy="278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1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C96CDD86-BF9C-45D3-8499-DEF80D8C6063}"/>
</file>

<file path=customXml/itemProps2.xml><?xml version="1.0" encoding="utf-8"?>
<ds:datastoreItem xmlns:ds="http://schemas.openxmlformats.org/officeDocument/2006/customXml" ds:itemID="{356F63F5-2713-41C0-B7E4-65CBF54802B8}"/>
</file>

<file path=customXml/itemProps3.xml><?xml version="1.0" encoding="utf-8"?>
<ds:datastoreItem xmlns:ds="http://schemas.openxmlformats.org/officeDocument/2006/customXml" ds:itemID="{5B9A8A2F-4BA9-48C4-A508-5D38941D3702}"/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20</cp:revision>
  <dcterms:created xsi:type="dcterms:W3CDTF">2023-06-21T01:18:15Z</dcterms:created>
  <dcterms:modified xsi:type="dcterms:W3CDTF">2026-02-02T06:12:51Z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