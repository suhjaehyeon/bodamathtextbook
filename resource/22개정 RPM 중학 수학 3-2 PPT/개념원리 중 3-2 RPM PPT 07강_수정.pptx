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8" r:id="rId2"/>
    <p:sldId id="314" r:id="rId3"/>
    <p:sldId id="315" r:id="rId4"/>
    <p:sldId id="316" r:id="rId5"/>
    <p:sldId id="317" r:id="rId6"/>
    <p:sldId id="320" r:id="rId7"/>
    <p:sldId id="319" r:id="rId8"/>
    <p:sldId id="322" r:id="rId9"/>
    <p:sldId id="261" r:id="rId10"/>
    <p:sldId id="323" r:id="rId11"/>
    <p:sldId id="328" r:id="rId12"/>
    <p:sldId id="325" r:id="rId13"/>
    <p:sldId id="326" r:id="rId14"/>
    <p:sldId id="327" r:id="rId15"/>
    <p:sldId id="313" r:id="rId16"/>
    <p:sldId id="329" r:id="rId17"/>
    <p:sldId id="330" r:id="rId18"/>
    <p:sldId id="331" r:id="rId1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D3D2"/>
    <a:srgbClr val="BEE7FB"/>
    <a:srgbClr val="FFEBBB"/>
    <a:srgbClr val="A1D06E"/>
    <a:srgbClr val="ADBF82"/>
    <a:srgbClr val="B6A9D2"/>
    <a:srgbClr val="FFFFFF"/>
    <a:srgbClr val="0254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10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26" y="29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7" d="100"/>
          <a:sy n="87" d="100"/>
        </p:scale>
        <p:origin x="3060" y="84"/>
      </p:cViewPr>
      <p:guideLst/>
    </p:cSldViewPr>
  </p:notesViewPr>
  <p:gridSpacing cx="72008" cy="72008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ustomXml" Target="../customXml/item2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Relationship Id="rId27" Type="http://schemas.openxmlformats.org/officeDocument/2006/relationships/customXml" Target="../customXml/item3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8DBB06-AE4E-4156-BDA8-B1077C81DC06}" type="datetimeFigureOut">
              <a:rPr lang="ko-KR" altLang="en-US" smtClean="0"/>
              <a:t>2026-02-02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9699E1-ED83-48A2-831C-01FFF56F20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60785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?>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6.xml.rels><?xml version="1.0" encoding="UTF-8"?>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>
            <a:extLst>
              <a:ext uri="{FF2B5EF4-FFF2-40B4-BE49-F238E27FC236}">
                <a16:creationId xmlns:a16="http://schemas.microsoft.com/office/drawing/2014/main" id="{81AF93E0-6225-4664-B06F-87179220BD70}"/>
              </a:ext>
            </a:extLst>
          </p:cNvPr>
          <p:cNvSpPr/>
          <p:nvPr userDrawn="1"/>
        </p:nvSpPr>
        <p:spPr>
          <a:xfrm>
            <a:off x="0" y="-1"/>
            <a:ext cx="12191999" cy="814108"/>
          </a:xfrm>
          <a:prstGeom prst="rect">
            <a:avLst/>
          </a:prstGeom>
          <a:solidFill>
            <a:srgbClr val="FFEB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 xml:space="preserve">               </a:t>
            </a:r>
            <a:endParaRPr lang="ko-KR" altLang="en-US" dirty="0"/>
          </a:p>
        </p:txBody>
      </p:sp>
      <p:pic>
        <p:nvPicPr>
          <p:cNvPr id="7" name="그림 6" descr="그래픽, 폰트, 그래픽 디자인, 스크린샷이(가) 표시된 사진  자동 생성된 설명">
            <a:extLst>
              <a:ext uri="{FF2B5EF4-FFF2-40B4-BE49-F238E27FC236}">
                <a16:creationId xmlns:a16="http://schemas.microsoft.com/office/drawing/2014/main" id="{AFEAA3AD-A1B2-40C9-A627-123A88D5C62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6021" y="205042"/>
            <a:ext cx="1233553" cy="274123"/>
          </a:xfrm>
          <a:prstGeom prst="rect">
            <a:avLst/>
          </a:prstGeom>
        </p:spPr>
      </p:pic>
      <p:pic>
        <p:nvPicPr>
          <p:cNvPr id="3" name="그림 2" descr="로고, 그래픽, 클립아트, 디자인이(가) 표시된 사진  AI 생성 콘텐츠는 정확하지 않을 수 있습니다.">
            <a:extLst>
              <a:ext uri="{FF2B5EF4-FFF2-40B4-BE49-F238E27FC236}">
                <a16:creationId xmlns:a16="http://schemas.microsoft.com/office/drawing/2014/main" id="{5DC6996E-F86E-460F-6569-6E431CD7FD5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t="5739"/>
          <a:stretch>
            <a:fillRect/>
          </a:stretch>
        </p:blipFill>
        <p:spPr>
          <a:xfrm>
            <a:off x="85613" y="0"/>
            <a:ext cx="874136" cy="774130"/>
          </a:xfrm>
          <a:prstGeom prst="rect">
            <a:avLst/>
          </a:prstGeom>
        </p:spPr>
      </p:pic>
      <p:pic>
        <p:nvPicPr>
          <p:cNvPr id="6" name="그림 5" descr="폰트, 타이포그래피, 텍스트, 번호이(가) 표시된 사진  AI 생성 콘텐츠는 정확하지 않을 수 있습니다.">
            <a:extLst>
              <a:ext uri="{FF2B5EF4-FFF2-40B4-BE49-F238E27FC236}">
                <a16:creationId xmlns:a16="http://schemas.microsoft.com/office/drawing/2014/main" id="{831C4EE9-60CE-CDBE-5889-2C98223B70E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32792" y="311150"/>
            <a:ext cx="3263720" cy="462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31397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824D0AFA-5BCF-4FF6-AB6D-E1D19BF62B3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15306" t="6212" r="24642" b="40359"/>
          <a:stretch/>
        </p:blipFill>
        <p:spPr>
          <a:xfrm>
            <a:off x="122550" y="-1603"/>
            <a:ext cx="1945064" cy="723817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C155421F-4B0D-4FFE-8B18-2B0BAB1FBEE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3470" t="59444" r="6889" b="6077"/>
          <a:stretch/>
        </p:blipFill>
        <p:spPr>
          <a:xfrm>
            <a:off x="2020478" y="176761"/>
            <a:ext cx="2903455" cy="471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7693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03E6983B-DA29-44CB-9636-A0B50D6ECEE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33847" t="61280" r="30387"/>
          <a:stretch/>
        </p:blipFill>
        <p:spPr>
          <a:xfrm>
            <a:off x="2073894" y="169682"/>
            <a:ext cx="1838226" cy="60309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72AFF027-F5CC-41A2-B724-20BE87315A9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33847" t="16547" r="35156" b="36851"/>
          <a:stretch/>
        </p:blipFill>
        <p:spPr>
          <a:xfrm>
            <a:off x="405348" y="-1"/>
            <a:ext cx="1593130" cy="725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05509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그래픽, 폰트, 그래픽 디자인, 스크린샷이(가) 표시된 사진  자동 생성된 설명">
            <a:extLst>
              <a:ext uri="{FF2B5EF4-FFF2-40B4-BE49-F238E27FC236}">
                <a16:creationId xmlns:a16="http://schemas.microsoft.com/office/drawing/2014/main" id="{AFEAA3AD-A1B2-40C9-A627-123A88D5C62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6021" y="205042"/>
            <a:ext cx="1233553" cy="274123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371C38D3-5FDC-479C-A73E-7C985C7400E0}"/>
              </a:ext>
            </a:extLst>
          </p:cNvPr>
          <p:cNvSpPr/>
          <p:nvPr userDrawn="1"/>
        </p:nvSpPr>
        <p:spPr>
          <a:xfrm>
            <a:off x="0" y="-1"/>
            <a:ext cx="12191999" cy="169683"/>
          </a:xfrm>
          <a:prstGeom prst="rect">
            <a:avLst/>
          </a:prstGeom>
          <a:solidFill>
            <a:srgbClr val="FBD3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 xml:space="preserve">               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0F164A3-205F-4209-8279-09F331782E3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7941" t="25664" r="23968" b="33356"/>
          <a:stretch/>
        </p:blipFill>
        <p:spPr>
          <a:xfrm>
            <a:off x="179109" y="0"/>
            <a:ext cx="1960776" cy="765173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9BD76E58-513A-47D1-BC01-9A70078C509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15954" t="64785" r="7980" b="9466"/>
          <a:stretch/>
        </p:blipFill>
        <p:spPr>
          <a:xfrm>
            <a:off x="2139885" y="205042"/>
            <a:ext cx="3101419" cy="480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28665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 descr="그래픽, 폰트, 그래픽 디자인, 스크린샷이(가) 표시된 사진  자동 생성된 설명">
            <a:extLst>
              <a:ext uri="{FF2B5EF4-FFF2-40B4-BE49-F238E27FC236}">
                <a16:creationId xmlns:a16="http://schemas.microsoft.com/office/drawing/2014/main" id="{C87C66E7-C59D-4454-A7FF-C1F0E6644E1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6021" y="205042"/>
            <a:ext cx="1233553" cy="274123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6239BB56-0824-4F0E-831F-04E54F9B0FE1}"/>
              </a:ext>
            </a:extLst>
          </p:cNvPr>
          <p:cNvSpPr/>
          <p:nvPr userDrawn="1"/>
        </p:nvSpPr>
        <p:spPr>
          <a:xfrm>
            <a:off x="0" y="-1"/>
            <a:ext cx="12191999" cy="169683"/>
          </a:xfrm>
          <a:prstGeom prst="rect">
            <a:avLst/>
          </a:prstGeom>
          <a:solidFill>
            <a:srgbClr val="FBD3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 xml:space="preserve">               </a:t>
            </a:r>
            <a:endParaRPr lang="ko-KR" alt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898E308D-5A3B-4A58-9F51-F706C2F9C8C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7941" t="25664" r="23968" b="33356"/>
          <a:stretch/>
        </p:blipFill>
        <p:spPr>
          <a:xfrm>
            <a:off x="179109" y="0"/>
            <a:ext cx="1960776" cy="765173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FEDB63F8-5EB3-41FE-8218-B32183BF87B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15954" t="64785" r="7980" b="9466"/>
          <a:stretch/>
        </p:blipFill>
        <p:spPr>
          <a:xfrm>
            <a:off x="2139885" y="205042"/>
            <a:ext cx="3101419" cy="480767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7BA2FD75-6BA0-4FD5-A770-69B482BBED1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75981" y="1016620"/>
            <a:ext cx="1913840" cy="513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09158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 descr="그래픽, 폰트, 그래픽 디자인, 스크린샷이(가) 표시된 사진  자동 생성된 설명">
            <a:extLst>
              <a:ext uri="{FF2B5EF4-FFF2-40B4-BE49-F238E27FC236}">
                <a16:creationId xmlns:a16="http://schemas.microsoft.com/office/drawing/2014/main" id="{3592432F-E618-4E82-976A-E5B20E8FC04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6021" y="205042"/>
            <a:ext cx="1233553" cy="274123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E4ED62D2-AC4C-4E3E-9AA3-B78F632C004E}"/>
              </a:ext>
            </a:extLst>
          </p:cNvPr>
          <p:cNvSpPr/>
          <p:nvPr userDrawn="1"/>
        </p:nvSpPr>
        <p:spPr>
          <a:xfrm>
            <a:off x="0" y="-1"/>
            <a:ext cx="12191999" cy="169683"/>
          </a:xfrm>
          <a:prstGeom prst="rect">
            <a:avLst/>
          </a:prstGeom>
          <a:solidFill>
            <a:srgbClr val="FBD3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 xml:space="preserve">               </a:t>
            </a:r>
            <a:endParaRPr lang="ko-KR" altLang="en-US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CC06097C-34A5-4AB6-8B17-84E6CE96F40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7941" t="25664" r="23968" b="33356"/>
          <a:stretch/>
        </p:blipFill>
        <p:spPr>
          <a:xfrm>
            <a:off x="179109" y="0"/>
            <a:ext cx="1960776" cy="765173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15A868D0-1AAC-4009-85D5-E8D4512D5A4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15954" t="64785" r="7980" b="9466"/>
          <a:stretch/>
        </p:blipFill>
        <p:spPr>
          <a:xfrm>
            <a:off x="2139885" y="205042"/>
            <a:ext cx="3101419" cy="480767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A5066918-1CE5-45B1-ABFA-EBB64D3EB27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73019" y="1030611"/>
            <a:ext cx="1880497" cy="533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024336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41CBF46-BDDC-4A76-986E-B1A431C6E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5C794A7-6FDD-434E-A096-61A41F4A26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7DBA1F4-3B29-485A-AEA8-886BA8E658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6014BE-82FA-4DA9-9A16-CD555D703388}" type="datetimeFigureOut">
              <a:rPr lang="ko-KR" altLang="en-US" smtClean="0"/>
              <a:t>2026-02-02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12D19B2-444D-4891-95D8-A2A51421AF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E281698-4351-4BDC-A25B-6C95298ACC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31026F-C74F-4368-82D2-7786AAE4A5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41574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5.xml.rels><?xml version="1.0" encoding="UTF-8"?>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6.xml.rels><?xml version="1.0" encoding="UTF-8"?>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7.xml.rels><?xml version="1.0" encoding="UTF-8"?>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8.xml.rels><?xml version="1.0" encoding="UTF-8"?>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9.xml.rels><?xml version="1.0" encoding="UTF-8"?>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10.xml.rels><?xml version="1.0" encoding="UTF-8"?>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11.xml.rels><?xml version="1.0" encoding="UTF-8"?>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5.png"/></Relationships>
</file>

<file path=ppt/slides/_rels/slide12.xml.rels><?xml version="1.0" encoding="UTF-8"?>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13.xml.rels><?xml version="1.0" encoding="UTF-8"?>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14.xml.rels><?xml version="1.0" encoding="UTF-8"?>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15.xml.rels><?xml version="1.0" encoding="UTF-8"?>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/Relationships>
</file>

<file path=ppt/slides/_rels/slide16.xml.rels><?xml version="1.0" encoding="UTF-8"?>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/Relationships>
</file>

<file path=ppt/slides/_rels/slide17.xml.rels><?xml version="1.0" encoding="UTF-8"?>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.xml"/></Relationships>
</file>

<file path=ppt/slides/_rels/slide18.xml.rels><?xml version="1.0" encoding="UTF-8"?>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 descr="텍스트, 스크린샷, 폰트, 번호이(가) 표시된 사진  AI 생성 콘텐츠는 정확하지 않을 수 있습니다.">
            <a:extLst>
              <a:ext uri="{FF2B5EF4-FFF2-40B4-BE49-F238E27FC236}">
                <a16:creationId xmlns:a16="http://schemas.microsoft.com/office/drawing/2014/main" id="{6AB5DAEE-24CB-1597-1C9A-509A460F53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569" y="1078159"/>
            <a:ext cx="9311987" cy="5182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16755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E878E2-B811-E182-9492-69A9C0C67C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A79D91E-5A97-B080-327C-1EDDF88636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292" y="1087369"/>
            <a:ext cx="9263403" cy="615401"/>
          </a:xfrm>
          <a:prstGeom prst="rect">
            <a:avLst/>
          </a:prstGeom>
        </p:spPr>
      </p:pic>
      <p:pic>
        <p:nvPicPr>
          <p:cNvPr id="7" name="그림 6" descr="텍스트, 폰트, 스크린샷, 라인이(가) 표시된 사진  AI 생성 콘텐츠는 정확하지 않을 수 있습니다.">
            <a:extLst>
              <a:ext uri="{FF2B5EF4-FFF2-40B4-BE49-F238E27FC236}">
                <a16:creationId xmlns:a16="http://schemas.microsoft.com/office/drawing/2014/main" id="{406E9DEE-3971-DFB4-9314-C7B0EF2450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726" y="1922767"/>
            <a:ext cx="9004286" cy="3125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93015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D27FAE-6F62-E5D4-2427-3D4C0164D8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폰트, 번호이(가) 표시된 사진  AI 생성 콘텐츠는 정확하지 않을 수 있습니다.">
            <a:extLst>
              <a:ext uri="{FF2B5EF4-FFF2-40B4-BE49-F238E27FC236}">
                <a16:creationId xmlns:a16="http://schemas.microsoft.com/office/drawing/2014/main" id="{5852323B-2388-D224-C1B4-3CA0501521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721" y="1066555"/>
            <a:ext cx="9263403" cy="4769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01301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0499A6-3BB2-7FD4-6E9C-6B546C66F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40101A7-A8BD-4892-CB76-52CF392F42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384" y="1077842"/>
            <a:ext cx="9271500" cy="631596"/>
          </a:xfrm>
          <a:prstGeom prst="rect">
            <a:avLst/>
          </a:prstGeom>
        </p:spPr>
      </p:pic>
      <p:pic>
        <p:nvPicPr>
          <p:cNvPr id="5" name="그림 4" descr="텍스트, 영수증, 폰트, 화이트이(가) 표시된 사진  AI 생성 콘텐츠는 정확하지 않을 수 있습니다.">
            <a:extLst>
              <a:ext uri="{FF2B5EF4-FFF2-40B4-BE49-F238E27FC236}">
                <a16:creationId xmlns:a16="http://schemas.microsoft.com/office/drawing/2014/main" id="{CC9227DB-D632-A84B-80A7-278DE21D12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811" y="1882862"/>
            <a:ext cx="9247208" cy="2323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71104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C439B8-80A0-C5F4-108F-B20BF0E625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폰트, 라인이(가) 표시된 사진  AI 생성 콘텐츠는 정확하지 않을 수 있습니다.">
            <a:extLst>
              <a:ext uri="{FF2B5EF4-FFF2-40B4-BE49-F238E27FC236}">
                <a16:creationId xmlns:a16="http://schemas.microsoft.com/office/drawing/2014/main" id="{86821292-B32C-57E0-05A7-A8742F1C97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294" y="1081496"/>
            <a:ext cx="9263403" cy="1570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19284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폰트, 번호이(가) 표시된 사진  AI 생성 콘텐츠는 정확하지 않을 수 있습니다.">
            <a:extLst>
              <a:ext uri="{FF2B5EF4-FFF2-40B4-BE49-F238E27FC236}">
                <a16:creationId xmlns:a16="http://schemas.microsoft.com/office/drawing/2014/main" id="{0DAAC744-E9D7-E18B-D2C8-ECBD52ECEC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659" y="1089463"/>
            <a:ext cx="9320084" cy="5643874"/>
          </a:xfrm>
          <a:prstGeom prst="rect">
            <a:avLst/>
          </a:prstGeom>
        </p:spPr>
      </p:pic>
      <p:sp>
        <p:nvSpPr>
          <p:cNvPr id="4" name="날짜 개체 틀 2">
            <a:extLst>
              <a:ext uri="{FF2B5EF4-FFF2-40B4-BE49-F238E27FC236}">
                <a16:creationId xmlns:a16="http://schemas.microsoft.com/office/drawing/2014/main" id="{4A8DDF33-E37E-074B-7454-FF65DF49554C}"/>
              </a:ext>
            </a:extLst>
          </p:cNvPr>
          <p:cNvSpPr txBox="1">
            <a:spLocks/>
          </p:cNvSpPr>
          <p:nvPr/>
        </p:nvSpPr>
        <p:spPr>
          <a:xfrm>
            <a:off x="98367" y="639791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b="1" kern="1200">
                <a:solidFill>
                  <a:srgbClr val="02545E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dirty="0"/>
              <a:t>RPM</a:t>
            </a:r>
            <a:r>
              <a:rPr lang="ko-KR" altLang="en-US" dirty="0"/>
              <a:t xml:space="preserve"> 중학 수학 </a:t>
            </a:r>
            <a:r>
              <a:rPr lang="en-US" altLang="ko-KR" dirty="0"/>
              <a:t xml:space="preserve">3-2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310668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A857F8-C302-D87F-EC91-D1AEBDD9FB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553EB8CB-E672-DA02-DF0D-6C0393CC73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911" y="1096994"/>
            <a:ext cx="9255306" cy="583012"/>
          </a:xfrm>
          <a:prstGeom prst="rect">
            <a:avLst/>
          </a:prstGeom>
        </p:spPr>
      </p:pic>
      <p:pic>
        <p:nvPicPr>
          <p:cNvPr id="8" name="그림 7" descr="텍스트, 도표, 패턴이(가) 표시된 사진  AI 생성 콘텐츠는 정확하지 않을 수 있습니다.">
            <a:extLst>
              <a:ext uri="{FF2B5EF4-FFF2-40B4-BE49-F238E27FC236}">
                <a16:creationId xmlns:a16="http://schemas.microsoft.com/office/drawing/2014/main" id="{DF7E41A7-7721-2B0C-8E25-80B3ED32CB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694" y="1857454"/>
            <a:ext cx="9409156" cy="2623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42212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3A494C-1E4D-CD52-F57C-014082A1BC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57648722-876C-A776-85F5-A2FBEF532B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911" y="1096994"/>
            <a:ext cx="9255306" cy="583012"/>
          </a:xfrm>
          <a:prstGeom prst="rect">
            <a:avLst/>
          </a:prstGeom>
        </p:spPr>
      </p:pic>
      <p:pic>
        <p:nvPicPr>
          <p:cNvPr id="3" name="그림 2" descr="텍스트, 스크린샷, 도표, 폰트이(가) 표시된 사진  AI 생성 콘텐츠는 정확하지 않을 수 있습니다.">
            <a:extLst>
              <a:ext uri="{FF2B5EF4-FFF2-40B4-BE49-F238E27FC236}">
                <a16:creationId xmlns:a16="http://schemas.microsoft.com/office/drawing/2014/main" id="{CE119550-F322-323A-DFFE-ECE1FC3292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375" y="1904262"/>
            <a:ext cx="8947605" cy="4210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83535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폰트, 번호이(가) 표시된 사진  AI 생성 콘텐츠는 정확하지 않을 수 있습니다.">
            <a:extLst>
              <a:ext uri="{FF2B5EF4-FFF2-40B4-BE49-F238E27FC236}">
                <a16:creationId xmlns:a16="http://schemas.microsoft.com/office/drawing/2014/main" id="{71FBA03E-8E92-DDF0-38B8-96ACFA15152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028"/>
          <a:stretch>
            <a:fillRect/>
          </a:stretch>
        </p:blipFill>
        <p:spPr>
          <a:xfrm>
            <a:off x="82876" y="697584"/>
            <a:ext cx="5943477" cy="2451363"/>
          </a:xfrm>
          <a:prstGeom prst="rect">
            <a:avLst/>
          </a:prstGeom>
        </p:spPr>
      </p:pic>
      <p:pic>
        <p:nvPicPr>
          <p:cNvPr id="8" name="그림 7" descr="텍스트, 스크린샷, 폰트, 번호이(가) 표시된 사진  AI 생성 콘텐츠는 정확하지 않을 수 있습니다.">
            <a:extLst>
              <a:ext uri="{FF2B5EF4-FFF2-40B4-BE49-F238E27FC236}">
                <a16:creationId xmlns:a16="http://schemas.microsoft.com/office/drawing/2014/main" id="{EF21E6B7-D923-D436-EB3A-0E27A7B2C6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6117" y="928651"/>
            <a:ext cx="6032548" cy="3433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32011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폰트, 번호이(가) 표시된 사진  AI 생성 콘텐츠는 정확하지 않을 수 있습니다.">
            <a:extLst>
              <a:ext uri="{FF2B5EF4-FFF2-40B4-BE49-F238E27FC236}">
                <a16:creationId xmlns:a16="http://schemas.microsoft.com/office/drawing/2014/main" id="{4DFA19FB-D18E-DAF1-BD0C-6058101AFB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312" y="800416"/>
            <a:ext cx="6008256" cy="5125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82116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2A0A3C-40D3-6F0E-7C94-53E738D8DF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폰트, 번호이(가) 표시된 사진  AI 생성 콘텐츠는 정확하지 않을 수 있습니다.">
            <a:extLst>
              <a:ext uri="{FF2B5EF4-FFF2-40B4-BE49-F238E27FC236}">
                <a16:creationId xmlns:a16="http://schemas.microsoft.com/office/drawing/2014/main" id="{5BCBB567-041E-D6A5-3271-5652CB1775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379" y="723252"/>
            <a:ext cx="5624345" cy="2926489"/>
          </a:xfrm>
          <a:prstGeom prst="rect">
            <a:avLst/>
          </a:prstGeom>
        </p:spPr>
      </p:pic>
      <p:pic>
        <p:nvPicPr>
          <p:cNvPr id="2" name="그림 1" descr="텍스트, 도표, 스크린샷, 라인이(가) 표시된 사진  AI 생성 콘텐츠는 정확하지 않을 수 있습니다.">
            <a:extLst>
              <a:ext uri="{FF2B5EF4-FFF2-40B4-BE49-F238E27FC236}">
                <a16:creationId xmlns:a16="http://schemas.microsoft.com/office/drawing/2014/main" id="{992A2ACA-F315-357D-7844-3846A6EECF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9751" y="1677246"/>
            <a:ext cx="4774215" cy="5099730"/>
          </a:xfrm>
          <a:prstGeom prst="rect">
            <a:avLst/>
          </a:prstGeom>
        </p:spPr>
      </p:pic>
      <p:pic>
        <p:nvPicPr>
          <p:cNvPr id="4" name="그림 3" descr="텍스트, 폰트, 화이트, 대수학이(가) 표시된 사진  AI 생성 콘텐츠는 정확하지 않을 수 있습니다.">
            <a:extLst>
              <a:ext uri="{FF2B5EF4-FFF2-40B4-BE49-F238E27FC236}">
                <a16:creationId xmlns:a16="http://schemas.microsoft.com/office/drawing/2014/main" id="{5F3F6D86-1D56-E452-1EBC-091872221A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9753" y="311343"/>
            <a:ext cx="4761450" cy="1385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30675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폰트, 번호이(가) 표시된 사진  AI 생성 콘텐츠는 정확하지 않을 수 있습니다.">
            <a:extLst>
              <a:ext uri="{FF2B5EF4-FFF2-40B4-BE49-F238E27FC236}">
                <a16:creationId xmlns:a16="http://schemas.microsoft.com/office/drawing/2014/main" id="{A4B969EA-26D6-261F-F8A0-D4D42EFEA6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94" y="820292"/>
            <a:ext cx="6024451" cy="3425191"/>
          </a:xfrm>
          <a:prstGeom prst="rect">
            <a:avLst/>
          </a:prstGeom>
        </p:spPr>
      </p:pic>
      <p:pic>
        <p:nvPicPr>
          <p:cNvPr id="5" name="그림 4" descr="텍스트, 스크린샷, 폰트, 번호이(가) 표시된 사진  AI 생성 콘텐츠는 정확하지 않을 수 있습니다.">
            <a:extLst>
              <a:ext uri="{FF2B5EF4-FFF2-40B4-BE49-F238E27FC236}">
                <a16:creationId xmlns:a16="http://schemas.microsoft.com/office/drawing/2014/main" id="{23882B5D-4E5D-836B-3B7B-F3856BC824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0845" y="744718"/>
            <a:ext cx="6048743" cy="5854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41196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폰트, 번호이(가) 표시된 사진  AI 생성 콘텐츠는 정확하지 않을 수 있습니다.">
            <a:extLst>
              <a:ext uri="{FF2B5EF4-FFF2-40B4-BE49-F238E27FC236}">
                <a16:creationId xmlns:a16="http://schemas.microsoft.com/office/drawing/2014/main" id="{A07CF57A-549B-4EA4-5093-791DD549C83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145"/>
          <a:stretch>
            <a:fillRect/>
          </a:stretch>
        </p:blipFill>
        <p:spPr>
          <a:xfrm>
            <a:off x="142910" y="707009"/>
            <a:ext cx="6145911" cy="2111181"/>
          </a:xfrm>
          <a:prstGeom prst="rect">
            <a:avLst/>
          </a:prstGeom>
        </p:spPr>
      </p:pic>
      <p:pic>
        <p:nvPicPr>
          <p:cNvPr id="5" name="그림 4" descr="텍스트, 스크린샷, 도표, 폰트이(가) 표시된 사진  AI 생성 콘텐츠는 정확하지 않을 수 있습니다.">
            <a:extLst>
              <a:ext uri="{FF2B5EF4-FFF2-40B4-BE49-F238E27FC236}">
                <a16:creationId xmlns:a16="http://schemas.microsoft.com/office/drawing/2014/main" id="{2F08B96C-93DD-8219-644F-AC857D22B5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7101" y="635223"/>
            <a:ext cx="5444297" cy="6194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53922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도표, 라인이(가) 표시된 사진  AI 생성 콘텐츠는 정확하지 않을 수 있습니다.">
            <a:extLst>
              <a:ext uri="{FF2B5EF4-FFF2-40B4-BE49-F238E27FC236}">
                <a16:creationId xmlns:a16="http://schemas.microsoft.com/office/drawing/2014/main" id="{5E458056-942F-F9AF-3BE2-9167431E037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662"/>
          <a:stretch>
            <a:fillRect/>
          </a:stretch>
        </p:blipFill>
        <p:spPr>
          <a:xfrm>
            <a:off x="49731" y="707010"/>
            <a:ext cx="5967769" cy="5088222"/>
          </a:xfrm>
          <a:prstGeom prst="rect">
            <a:avLst/>
          </a:prstGeom>
        </p:spPr>
      </p:pic>
      <p:pic>
        <p:nvPicPr>
          <p:cNvPr id="5" name="그림 4" descr="텍스트, 스크린샷, 폰트, 번호이(가) 표시된 사진  AI 생성 콘텐츠는 정확하지 않을 수 있습니다.">
            <a:extLst>
              <a:ext uri="{FF2B5EF4-FFF2-40B4-BE49-F238E27FC236}">
                <a16:creationId xmlns:a16="http://schemas.microsoft.com/office/drawing/2014/main" id="{CC39FF84-F206-F24B-B64F-94417A5E1A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2488" y="945763"/>
            <a:ext cx="6032548" cy="5004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10805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81E4F8-D5E7-7177-DA0C-BCAAEE3C17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도표, 라인이(가) 표시된 사진  AI 생성 콘텐츠는 정확하지 않을 수 있습니다.">
            <a:extLst>
              <a:ext uri="{FF2B5EF4-FFF2-40B4-BE49-F238E27FC236}">
                <a16:creationId xmlns:a16="http://schemas.microsoft.com/office/drawing/2014/main" id="{9D3F35A1-9ABC-7EAF-0C79-4A9DA90EA0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89" y="776315"/>
            <a:ext cx="6048743" cy="4445462"/>
          </a:xfrm>
          <a:prstGeom prst="rect">
            <a:avLst/>
          </a:prstGeom>
        </p:spPr>
      </p:pic>
      <p:pic>
        <p:nvPicPr>
          <p:cNvPr id="6" name="그림 5" descr="텍스트, 스크린샷, 폰트, 번호이(가) 표시된 사진  AI 생성 콘텐츠는 정확하지 않을 수 있습니다.">
            <a:extLst>
              <a:ext uri="{FF2B5EF4-FFF2-40B4-BE49-F238E27FC236}">
                <a16:creationId xmlns:a16="http://schemas.microsoft.com/office/drawing/2014/main" id="{AFC95467-02C0-BCA9-217B-D9B67779F8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3346" y="954243"/>
            <a:ext cx="6008256" cy="3870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65458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도표, 폰트이(가) 표시된 사진  AI 생성 콘텐츠는 정확하지 않을 수 있습니다.">
            <a:extLst>
              <a:ext uri="{FF2B5EF4-FFF2-40B4-BE49-F238E27FC236}">
                <a16:creationId xmlns:a16="http://schemas.microsoft.com/office/drawing/2014/main" id="{4B94EF50-1730-BF3F-E2E6-134CFF89633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482" b="1"/>
          <a:stretch>
            <a:fillRect/>
          </a:stretch>
        </p:blipFill>
        <p:spPr>
          <a:xfrm>
            <a:off x="134379" y="707009"/>
            <a:ext cx="6000159" cy="3478123"/>
          </a:xfrm>
          <a:prstGeom prst="rect">
            <a:avLst/>
          </a:prstGeom>
        </p:spPr>
      </p:pic>
      <p:pic>
        <p:nvPicPr>
          <p:cNvPr id="5" name="그림 4" descr="텍스트, 스크린샷, 폰트, 디자인이(가) 표시된 사진  AI 생성 콘텐츠는 정확하지 않을 수 있습니다.">
            <a:extLst>
              <a:ext uri="{FF2B5EF4-FFF2-40B4-BE49-F238E27FC236}">
                <a16:creationId xmlns:a16="http://schemas.microsoft.com/office/drawing/2014/main" id="{FE24DD84-8C50-8249-16FD-97FED97779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4538" y="928651"/>
            <a:ext cx="5967769" cy="3433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46069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폰트, 라인이(가) 표시된 사진  AI 생성 콘텐츠는 정확하지 않을 수 있습니다.">
            <a:extLst>
              <a:ext uri="{FF2B5EF4-FFF2-40B4-BE49-F238E27FC236}">
                <a16:creationId xmlns:a16="http://schemas.microsoft.com/office/drawing/2014/main" id="{26FB53A6-66BC-E3A4-77E7-4897838B58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29" y="762451"/>
            <a:ext cx="6040646" cy="2866473"/>
          </a:xfrm>
          <a:prstGeom prst="rect">
            <a:avLst/>
          </a:prstGeom>
        </p:spPr>
      </p:pic>
      <p:pic>
        <p:nvPicPr>
          <p:cNvPr id="5" name="그림 4" descr="텍스트, 스크린샷, 폰트, 번호이(가) 표시된 사진  AI 생성 콘텐츠는 정확하지 않을 수 있습니다.">
            <a:extLst>
              <a:ext uri="{FF2B5EF4-FFF2-40B4-BE49-F238E27FC236}">
                <a16:creationId xmlns:a16="http://schemas.microsoft.com/office/drawing/2014/main" id="{DF5491AF-56AE-7646-8BD5-54D79D0CE0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4648" y="925948"/>
            <a:ext cx="6000159" cy="4639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31940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폰트, 번호이(가) 표시된 사진  AI 생성 콘텐츠는 정확하지 않을 수 있습니다.">
            <a:extLst>
              <a:ext uri="{FF2B5EF4-FFF2-40B4-BE49-F238E27FC236}">
                <a16:creationId xmlns:a16="http://schemas.microsoft.com/office/drawing/2014/main" id="{C52E9322-6E74-4946-E432-7C537DF8F3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287" y="783576"/>
            <a:ext cx="6105424" cy="5554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42741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?>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?>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?>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A89945E5E8007144A2F47A7AC84A6EF2" ma:contentTypeVersion="16" ma:contentTypeDescription="새 문서를 만듭니다." ma:contentTypeScope="" ma:versionID="f9ae829574a1e3eabbfe0afa8d75da03">
  <xsd:schema xmlns:xsd="http://www.w3.org/2001/XMLSchema" xmlns:xs="http://www.w3.org/2001/XMLSchema" xmlns:p="http://schemas.microsoft.com/office/2006/metadata/properties" xmlns:ns2="0fe316e7-7f42-4b71-ad39-2894d480b050" xmlns:ns3="6cdfeaa2-54f2-460f-8d8b-ea5b8cb9f927" targetNamespace="http://schemas.microsoft.com/office/2006/metadata/properties" ma:root="true" ma:fieldsID="74ee2529e08015f0ca138c0ebc252106" ns2:_="" ns3:_="">
    <xsd:import namespace="0fe316e7-7f42-4b71-ad39-2894d480b050"/>
    <xsd:import namespace="6cdfeaa2-54f2-460f-8d8b-ea5b8cb9f92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fe316e7-7f42-4b71-ad39-2894d480b05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이미지 태그" ma:readOnly="false" ma:fieldId="{5cf76f15-5ced-4ddc-b409-7134ff3c332f}" ma:taxonomyMulti="true" ma:sspId="ab4aa6ec-403b-4c75-ba7c-643e899a858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2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cdfeaa2-54f2-460f-8d8b-ea5b8cb9f927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e1e395c9-7788-4348-aa92-067bc258b91d}" ma:internalName="TaxCatchAll" ma:showField="CatchAllData" ma:web="6cdfeaa2-54f2-460f-8d8b-ea5b8cb9f92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공유 대상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세부 정보 공유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fe316e7-7f42-4b71-ad39-2894d480b050">
      <Terms xmlns="http://schemas.microsoft.com/office/infopath/2007/PartnerControls"/>
    </lcf76f155ced4ddcb4097134ff3c332f>
    <TaxCatchAll xmlns="6cdfeaa2-54f2-460f-8d8b-ea5b8cb9f927" xsi:nil="true"/>
  </documentManagement>
</p:properties>
</file>

<file path=customXml/itemProps1.xml><?xml version="1.0" encoding="utf-8"?>
<ds:datastoreItem xmlns:ds="http://schemas.openxmlformats.org/officeDocument/2006/customXml" ds:itemID="{3B27E9E8-F7FF-40D1-B704-C6499FF59840}"/>
</file>

<file path=customXml/itemProps2.xml><?xml version="1.0" encoding="utf-8"?>
<ds:datastoreItem xmlns:ds="http://schemas.openxmlformats.org/officeDocument/2006/customXml" ds:itemID="{AE73870E-41DA-48E5-B564-BE786EE5B5F9}"/>
</file>

<file path=customXml/itemProps3.xml><?xml version="1.0" encoding="utf-8"?>
<ds:datastoreItem xmlns:ds="http://schemas.openxmlformats.org/officeDocument/2006/customXml" ds:itemID="{E706DA5B-D69B-4FAA-9840-EFD6AAE8607E}"/>
</file>

<file path=docProps/app.xml><?xml version="1.0" encoding="utf-8"?>
<Properties xmlns="http://schemas.openxmlformats.org/officeDocument/2006/extended-properties" xmlns:vt="http://schemas.openxmlformats.org/officeDocument/2006/docPropsVTypes">
  <TotalTime>270</TotalTime>
  <Words>4</Words>
  <Application>Microsoft Office PowerPoint</Application>
  <PresentationFormat>와이드스크린</PresentationFormat>
  <Paragraphs>1</Paragraphs>
  <Slides>18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1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이 유림</cp:lastModifiedBy>
  <cp:revision>21</cp:revision>
  <dcterms:created xsi:type="dcterms:W3CDTF">2023-06-21T01:18:15Z</dcterms:created>
  <dcterms:modified xsi:type="dcterms:W3CDTF">2026-02-02T07:08:29Z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0x010100A89945E5E8007144A2F47A7AC84A6EF2</vt:lpwstr>
  </property>
</Properties>
</file>